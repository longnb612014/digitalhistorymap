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81" r:id="rId2"/>
    <p:sldId id="257" r:id="rId3"/>
    <p:sldId id="269" r:id="rId4"/>
    <p:sldId id="275" r:id="rId5"/>
    <p:sldId id="258" r:id="rId6"/>
    <p:sldId id="271" r:id="rId7"/>
    <p:sldId id="279" r:id="rId8"/>
    <p:sldId id="272" r:id="rId9"/>
    <p:sldId id="277" r:id="rId10"/>
    <p:sldId id="273" r:id="rId11"/>
    <p:sldId id="278" r:id="rId12"/>
    <p:sldId id="274" r:id="rId13"/>
    <p:sldId id="263" r:id="rId14"/>
    <p:sldId id="266" r:id="rId15"/>
    <p:sldId id="280" r:id="rId16"/>
    <p:sldId id="27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1212"/>
    <a:srgbClr val="FBF6EE"/>
    <a:srgbClr val="F0C040"/>
    <a:srgbClr val="AE4E22"/>
    <a:srgbClr val="2A1A1A"/>
    <a:srgbClr val="9288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4459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lịch sử qua sách vở thường khó nhớ vì thiếu liên hệ không gian - thời gian. Chúng em số hóa bản đồ 34 tỉnh kết hợp sự kiện lịch sử, biến lịch sử thành hành trình trải nghiệm.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6CDA-D994-AE1A-82A5-F9F2AA298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4CE69-F15D-6A8A-1326-5C9970F5E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AB2DE2-778A-2DB5-0D2E-8C20258096F8}"/>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F8EBECC5-A1A3-3D90-8FD1-B39AFD104B0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009923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0220-31B9-1751-6194-9449401B4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386D9-FDF3-A5AD-3D6F-E482CAE62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FC4B2-6C68-60A9-EEA0-6B8FFDEE7E3A}"/>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E2E4C3F9-CDD0-07E1-D17C-83938B343A7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183725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F511-247E-CB1C-03F9-16E36F734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F19EC-97C7-9B64-82BC-23CE00DCC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90184-190E-79BD-9C92-AB947C58E634}"/>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8B4F7185-F9C1-1C9A-EEA5-228B31B9873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81433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E16F7-4300-9D11-8819-5EDAC4B39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2F29B-E6BF-7F1A-FA13-A07B65CCB0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B49190-418D-836F-205D-BE4FCE7D22D4}"/>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E2B0A70A-D5EB-EF94-17A8-D8479410B80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47470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81C6C-A9B0-4BA5-2811-3B54A4933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03F63-BD9D-7A4D-0D8A-7E1BC69A5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D1C789-8CB5-FB0F-A966-F54C87FED6F4}"/>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006829B2-C307-FA8D-2ACD-0980A07DEF8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16598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B6854-64DA-6796-D209-5C592AEA5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8D5BB-419A-61CB-0170-01D794360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B9B0A4-DF7E-F5F2-2CBA-4E23311B6EC6}"/>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7B2BACD5-E9B9-0BE3-B040-0EA6E69551E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36800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25D83-B76B-AB37-05C5-E413BC1CB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9C09B-327E-0914-DB35-DB69BD1F8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D5F36-DEAA-C8BF-B38A-E524C6AF5787}"/>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2F871B74-7846-274F-767B-6B7007D7E99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02359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38375-3AB0-BB9F-0E15-02D3EBC9C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5BEDF-C817-49CE-6FEA-D1314A0C6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BC28C-8125-3695-052D-3BB54C442C35}"/>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0CA032A1-3C20-E90A-9678-707DAE291B97}"/>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81929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EE5CE-1011-6C2F-D132-0F71C84BD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FE7A40-05DC-2C42-5D3D-2086F5D46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EEAE1C-5C90-DFDB-1933-FDAFFA4D0125}"/>
              </a:ext>
            </a:extLst>
          </p:cNvPr>
          <p:cNvSpPr>
            <a:spLocks noGrp="1"/>
          </p:cNvSpPr>
          <p:nvPr>
            <p:ph type="body" idx="1"/>
          </p:nvPr>
        </p:nvSpPr>
        <p:spPr/>
        <p:txBody>
          <a:bodyPr/>
          <a:lstStyle/>
          <a:p>
            <a:r>
              <a:rPr lang="en-US" dirty="0"/>
              <a:t>Toàn bộ app dùng một layout cố định: bản đồ bên trái, thanh chế độ và panel bên phải. Thanh chế độ luôn hiển thị giúp người dùng không bị lạc khi chuyển giữa 5 chế độ.</a:t>
            </a:r>
          </a:p>
        </p:txBody>
      </p:sp>
      <p:sp>
        <p:nvSpPr>
          <p:cNvPr id="4" name="Slide Number Placeholder 3">
            <a:extLst>
              <a:ext uri="{FF2B5EF4-FFF2-40B4-BE49-F238E27FC236}">
                <a16:creationId xmlns:a16="http://schemas.microsoft.com/office/drawing/2014/main" id="{F4ED4E54-03A8-E2E6-6EDB-9454894B708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78819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đáp sinh 10 câu động từ dữ liệu, xen kẽ 3 dạng. Dạng đặc biệt nhất là click thẳng vào bản đồ để trả lời. Kết thúc xếp loại từ Cố gắng đến Xuất sắc theo điểm.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với sách giáo khoa và phần mềm thông thường, sản phẩm của chúng em có đầy đủ bản đồ tương tác, thuyết minh giọng nói, và 3 tính năng độc đáo: Timeline, Hành trình, Quiz, cùng cập nhật sáp nhập tỉnh 2025.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A42DB-3792-80FD-CBE1-FB2699E9D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5BE55-7CBE-408B-EA1C-8A12D4045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B5BD2-9F45-7C18-7D7E-63EC012DF50C}"/>
              </a:ext>
            </a:extLst>
          </p:cNvPr>
          <p:cNvSpPr>
            <a:spLocks noGrp="1"/>
          </p:cNvSpPr>
          <p:nvPr>
            <p:ph type="body" idx="1"/>
          </p:nvPr>
        </p:nvSpPr>
        <p:spPr/>
        <p:txBody>
          <a:bodyPr/>
          <a:lstStyle/>
          <a:p>
            <a:r>
              <a:rPr lang="en-US" dirty="0"/>
              <a:t>So với sách giáo khoa và phần mềm thông thường, sản phẩm của chúng em có đầy đủ bản đồ tương tác, thuyết minh giọng nói, và 3 tính năng độc đáo: Timeline, Hành trình, Quiz, cùng cập nhật sáp nhập tỉnh 2025.</a:t>
            </a:r>
          </a:p>
        </p:txBody>
      </p:sp>
      <p:sp>
        <p:nvSpPr>
          <p:cNvPr id="4" name="Slide Number Placeholder 3">
            <a:extLst>
              <a:ext uri="{FF2B5EF4-FFF2-40B4-BE49-F238E27FC236}">
                <a16:creationId xmlns:a16="http://schemas.microsoft.com/office/drawing/2014/main" id="{8EE30937-2EC9-B1C0-949A-D448C51E1D0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67959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F05E3-0F79-3705-5C60-D694B37A4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F8D01-D799-308B-0D55-FD5FC583A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C60752-A29A-F3CE-C4C0-79C9DE0AFD80}"/>
              </a:ext>
            </a:extLst>
          </p:cNvPr>
          <p:cNvSpPr>
            <a:spLocks noGrp="1"/>
          </p:cNvSpPr>
          <p:nvPr>
            <p:ph type="body" idx="1"/>
          </p:nvPr>
        </p:nvSpPr>
        <p:spPr/>
        <p:txBody>
          <a:bodyPr/>
          <a:lstStyle/>
          <a:p>
            <a:r>
              <a:rPr lang="en-US" dirty="0"/>
              <a:t>So với sách giáo khoa và phần mềm thông thường, sản phẩm của chúng em có đầy đủ bản đồ tương tác, thuyết minh giọng nói, và 3 tính năng độc đáo: Timeline, Hành trình, Quiz, cùng cập nhật sáp nhập tỉnh 2025.</a:t>
            </a:r>
          </a:p>
        </p:txBody>
      </p:sp>
      <p:sp>
        <p:nvSpPr>
          <p:cNvPr id="4" name="Slide Number Placeholder 3">
            <a:extLst>
              <a:ext uri="{FF2B5EF4-FFF2-40B4-BE49-F238E27FC236}">
                <a16:creationId xmlns:a16="http://schemas.microsoft.com/office/drawing/2014/main" id="{DF235A81-B633-B56A-5DEE-6AA25E53D1F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192031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Sản phẩm có thể dùng làm công cụ dạy học, tự học và quảng bá du lịch. Hướng phát triển: bổ sung đủ dữ liệu 34 tỉnh, đa ngôn ngữ và offline. Hạn chế hiện tại là dữ liệu chưa đầy đủ và cần internet.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sản phẩm biến việc học lịch sử thành trải nghiệm, kết hợp địa lý, lịch sử và công nghệ. Cảm ơn ban giám khảo, chúng em sẵn sàng trả lời câu hỏi.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64AF-E21B-F035-061B-7EC2E3D1CC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8DBA59-2CB0-4D5A-7DDE-BBEC911CE8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E6059A-0304-9700-DBAE-66083922DBBA}"/>
              </a:ext>
            </a:extLst>
          </p:cNvPr>
          <p:cNvSpPr>
            <a:spLocks noGrp="1"/>
          </p:cNvSpPr>
          <p:nvPr>
            <p:ph type="dt" sz="half" idx="10"/>
          </p:nvPr>
        </p:nvSpPr>
        <p:spPr/>
        <p:txBody>
          <a:bodyPr/>
          <a:lstStyle/>
          <a:p>
            <a:fld id="{6BC8A92E-F539-4F44-B0AC-F0C5AF96D101}" type="datetimeFigureOut">
              <a:rPr lang="en-US" smtClean="0"/>
              <a:t>6/24/2026</a:t>
            </a:fld>
            <a:endParaRPr lang="en-US"/>
          </a:p>
        </p:txBody>
      </p:sp>
      <p:sp>
        <p:nvSpPr>
          <p:cNvPr id="5" name="Footer Placeholder 4">
            <a:extLst>
              <a:ext uri="{FF2B5EF4-FFF2-40B4-BE49-F238E27FC236}">
                <a16:creationId xmlns:a16="http://schemas.microsoft.com/office/drawing/2014/main" id="{2269764F-347F-8B62-BCFE-A933C2767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9AE7D6-0EBB-AE95-5169-C70C1DF1CCDB}"/>
              </a:ext>
            </a:extLst>
          </p:cNvPr>
          <p:cNvSpPr>
            <a:spLocks noGrp="1"/>
          </p:cNvSpPr>
          <p:nvPr>
            <p:ph type="sldNum" sz="quarter" idx="12"/>
          </p:nvPr>
        </p:nvSpPr>
        <p:spPr/>
        <p:txBody>
          <a:bodyPr/>
          <a:lstStyle/>
          <a:p>
            <a:fld id="{CEA3FFB5-D0E4-4064-A0ED-13618BC6C983}" type="slidenum">
              <a:rPr lang="en-US" smtClean="0"/>
              <a:t>‹#›</a:t>
            </a:fld>
            <a:endParaRPr lang="en-US"/>
          </a:p>
        </p:txBody>
      </p:sp>
    </p:spTree>
    <p:extLst>
      <p:ext uri="{BB962C8B-B14F-4D97-AF65-F5344CB8AC3E}">
        <p14:creationId xmlns:p14="http://schemas.microsoft.com/office/powerpoint/2010/main" val="338240224"/>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slow">
    <p:wip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9.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EB2CBDF0-E851-C2F2-7BC5-C87D517E46F2}"/>
              </a:ext>
            </a:extLst>
          </p:cNvPr>
          <p:cNvPicPr>
            <a:picLocks noChangeAspect="1"/>
          </p:cNvPicPr>
          <p:nvPr/>
        </p:nvPicPr>
        <p:blipFill>
          <a:blip r:embed="rId2"/>
          <a:stretch>
            <a:fillRect/>
          </a:stretch>
        </p:blipFill>
        <p:spPr>
          <a:xfrm>
            <a:off x="7505700" y="1208896"/>
            <a:ext cx="4610580" cy="5649103"/>
          </a:xfrm>
          <a:prstGeom prst="rect">
            <a:avLst/>
          </a:prstGeom>
        </p:spPr>
      </p:pic>
      <p:sp>
        <p:nvSpPr>
          <p:cNvPr id="11" name="Freeform: Shape 10">
            <a:extLst>
              <a:ext uri="{FF2B5EF4-FFF2-40B4-BE49-F238E27FC236}">
                <a16:creationId xmlns:a16="http://schemas.microsoft.com/office/drawing/2014/main" id="{CBBCAFFC-8DCF-1045-6C1C-8C4EF9E4A7C5}"/>
              </a:ext>
            </a:extLst>
          </p:cNvPr>
          <p:cNvSpPr/>
          <p:nvPr/>
        </p:nvSpPr>
        <p:spPr>
          <a:xfrm>
            <a:off x="1528264" y="0"/>
            <a:ext cx="9601892" cy="6858000"/>
          </a:xfrm>
          <a:custGeom>
            <a:avLst/>
            <a:gdLst>
              <a:gd name="csX0" fmla="*/ 0 w 9601892"/>
              <a:gd name="csY0" fmla="*/ 0 h 6858000"/>
              <a:gd name="csX1" fmla="*/ 9552980 w 9601892"/>
              <a:gd name="csY1" fmla="*/ 0 h 6858000"/>
              <a:gd name="csX2" fmla="*/ 9570368 w 9601892"/>
              <a:gd name="csY2" fmla="*/ 15831 h 6858000"/>
              <a:gd name="csX3" fmla="*/ 7594600 w 9601892"/>
              <a:gd name="csY3" fmla="*/ 457200 h 6858000"/>
              <a:gd name="csX4" fmla="*/ 7467600 w 9601892"/>
              <a:gd name="csY4" fmla="*/ 889000 h 6858000"/>
              <a:gd name="csX5" fmla="*/ 5791200 w 9601892"/>
              <a:gd name="csY5" fmla="*/ 1727200 h 6858000"/>
              <a:gd name="csX6" fmla="*/ 5384800 w 9601892"/>
              <a:gd name="csY6" fmla="*/ 2794000 h 6858000"/>
              <a:gd name="csX7" fmla="*/ 4826000 w 9601892"/>
              <a:gd name="csY7" fmla="*/ 3581400 h 6858000"/>
              <a:gd name="csX8" fmla="*/ 4470400 w 9601892"/>
              <a:gd name="csY8" fmla="*/ 3733800 h 6858000"/>
              <a:gd name="csX9" fmla="*/ 5969000 w 9601892"/>
              <a:gd name="csY9" fmla="*/ 4699000 h 6858000"/>
              <a:gd name="csX10" fmla="*/ 3987800 w 9601892"/>
              <a:gd name="csY10" fmla="*/ 6299200 h 6858000"/>
              <a:gd name="csX11" fmla="*/ 5130800 w 9601892"/>
              <a:gd name="csY11" fmla="*/ 6731000 h 6858000"/>
              <a:gd name="csX12" fmla="*/ 4696817 w 9601892"/>
              <a:gd name="csY12" fmla="*/ 6833592 h 6858000"/>
              <a:gd name="csX13" fmla="*/ 4553821 w 9601892"/>
              <a:gd name="csY13" fmla="*/ 6858000 h 6858000"/>
              <a:gd name="csX14" fmla="*/ 0 w 9601892"/>
              <a:gd name="csY14" fmla="*/ 6858000 h 6858000"/>
              <a:gd name="csX15" fmla="*/ 0 w 9601892"/>
              <a:gd name="csY15"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601892" h="6858000">
                <a:moveTo>
                  <a:pt x="0" y="0"/>
                </a:moveTo>
                <a:lnTo>
                  <a:pt x="9552980" y="0"/>
                </a:lnTo>
                <a:lnTo>
                  <a:pt x="9570368" y="15831"/>
                </a:lnTo>
                <a:cubicBezTo>
                  <a:pt x="9874415" y="352657"/>
                  <a:pt x="7886171" y="307578"/>
                  <a:pt x="7594600" y="457200"/>
                </a:cubicBezTo>
                <a:cubicBezTo>
                  <a:pt x="7272867" y="622300"/>
                  <a:pt x="7768167" y="677333"/>
                  <a:pt x="7467600" y="889000"/>
                </a:cubicBezTo>
                <a:cubicBezTo>
                  <a:pt x="7167033" y="1100667"/>
                  <a:pt x="6138333" y="1409700"/>
                  <a:pt x="5791200" y="1727200"/>
                </a:cubicBezTo>
                <a:cubicBezTo>
                  <a:pt x="5444067" y="2044700"/>
                  <a:pt x="5545667" y="2484967"/>
                  <a:pt x="5384800" y="2794000"/>
                </a:cubicBezTo>
                <a:cubicBezTo>
                  <a:pt x="5223933" y="3103033"/>
                  <a:pt x="4978400" y="3424767"/>
                  <a:pt x="4826000" y="3581400"/>
                </a:cubicBezTo>
                <a:cubicBezTo>
                  <a:pt x="4673600" y="3738033"/>
                  <a:pt x="4279900" y="3547533"/>
                  <a:pt x="4470400" y="3733800"/>
                </a:cubicBezTo>
                <a:cubicBezTo>
                  <a:pt x="4660900" y="3920067"/>
                  <a:pt x="6049433" y="4271433"/>
                  <a:pt x="5969000" y="4699000"/>
                </a:cubicBezTo>
                <a:cubicBezTo>
                  <a:pt x="5888567" y="5126567"/>
                  <a:pt x="4127500" y="5960533"/>
                  <a:pt x="3987800" y="6299200"/>
                </a:cubicBezTo>
                <a:cubicBezTo>
                  <a:pt x="3848100" y="6637867"/>
                  <a:pt x="5448300" y="6612467"/>
                  <a:pt x="5130800" y="6731000"/>
                </a:cubicBezTo>
                <a:cubicBezTo>
                  <a:pt x="5051425" y="6760633"/>
                  <a:pt x="4899554" y="6796881"/>
                  <a:pt x="4696817" y="6833592"/>
                </a:cubicBezTo>
                <a:lnTo>
                  <a:pt x="4553821" y="6858000"/>
                </a:lnTo>
                <a:lnTo>
                  <a:pt x="0" y="6858000"/>
                </a:lnTo>
                <a:lnTo>
                  <a:pt x="0" y="0"/>
                </a:lnTo>
                <a:close/>
              </a:path>
            </a:pathLst>
          </a:cu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F1218443-A8B3-C6E9-9037-C034EFA4BF65}"/>
              </a:ext>
            </a:extLst>
          </p:cNvPr>
          <p:cNvSpPr/>
          <p:nvPr/>
        </p:nvSpPr>
        <p:spPr>
          <a:xfrm>
            <a:off x="1147264" y="0"/>
            <a:ext cx="9601892" cy="6858000"/>
          </a:xfrm>
          <a:custGeom>
            <a:avLst/>
            <a:gdLst>
              <a:gd name="csX0" fmla="*/ 0 w 9601892"/>
              <a:gd name="csY0" fmla="*/ 0 h 6858000"/>
              <a:gd name="csX1" fmla="*/ 9552980 w 9601892"/>
              <a:gd name="csY1" fmla="*/ 0 h 6858000"/>
              <a:gd name="csX2" fmla="*/ 9570368 w 9601892"/>
              <a:gd name="csY2" fmla="*/ 15831 h 6858000"/>
              <a:gd name="csX3" fmla="*/ 7594600 w 9601892"/>
              <a:gd name="csY3" fmla="*/ 457200 h 6858000"/>
              <a:gd name="csX4" fmla="*/ 7467600 w 9601892"/>
              <a:gd name="csY4" fmla="*/ 889000 h 6858000"/>
              <a:gd name="csX5" fmla="*/ 5791200 w 9601892"/>
              <a:gd name="csY5" fmla="*/ 1727200 h 6858000"/>
              <a:gd name="csX6" fmla="*/ 5384800 w 9601892"/>
              <a:gd name="csY6" fmla="*/ 2794000 h 6858000"/>
              <a:gd name="csX7" fmla="*/ 4826000 w 9601892"/>
              <a:gd name="csY7" fmla="*/ 3581400 h 6858000"/>
              <a:gd name="csX8" fmla="*/ 4470400 w 9601892"/>
              <a:gd name="csY8" fmla="*/ 3733800 h 6858000"/>
              <a:gd name="csX9" fmla="*/ 5969000 w 9601892"/>
              <a:gd name="csY9" fmla="*/ 4699000 h 6858000"/>
              <a:gd name="csX10" fmla="*/ 3987800 w 9601892"/>
              <a:gd name="csY10" fmla="*/ 6299200 h 6858000"/>
              <a:gd name="csX11" fmla="*/ 5130800 w 9601892"/>
              <a:gd name="csY11" fmla="*/ 6731000 h 6858000"/>
              <a:gd name="csX12" fmla="*/ 4696817 w 9601892"/>
              <a:gd name="csY12" fmla="*/ 6833592 h 6858000"/>
              <a:gd name="csX13" fmla="*/ 4553821 w 9601892"/>
              <a:gd name="csY13" fmla="*/ 6858000 h 6858000"/>
              <a:gd name="csX14" fmla="*/ 0 w 9601892"/>
              <a:gd name="csY14" fmla="*/ 6858000 h 6858000"/>
              <a:gd name="csX15" fmla="*/ 0 w 9601892"/>
              <a:gd name="csY15"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601892" h="6858000">
                <a:moveTo>
                  <a:pt x="0" y="0"/>
                </a:moveTo>
                <a:lnTo>
                  <a:pt x="9552980" y="0"/>
                </a:lnTo>
                <a:lnTo>
                  <a:pt x="9570368" y="15831"/>
                </a:lnTo>
                <a:cubicBezTo>
                  <a:pt x="9874415" y="352657"/>
                  <a:pt x="7886171" y="307578"/>
                  <a:pt x="7594600" y="457200"/>
                </a:cubicBezTo>
                <a:cubicBezTo>
                  <a:pt x="7272867" y="622300"/>
                  <a:pt x="7768167" y="677333"/>
                  <a:pt x="7467600" y="889000"/>
                </a:cubicBezTo>
                <a:cubicBezTo>
                  <a:pt x="7167033" y="1100667"/>
                  <a:pt x="6138333" y="1409700"/>
                  <a:pt x="5791200" y="1727200"/>
                </a:cubicBezTo>
                <a:cubicBezTo>
                  <a:pt x="5444067" y="2044700"/>
                  <a:pt x="5545667" y="2484967"/>
                  <a:pt x="5384800" y="2794000"/>
                </a:cubicBezTo>
                <a:cubicBezTo>
                  <a:pt x="5223933" y="3103033"/>
                  <a:pt x="4978400" y="3424767"/>
                  <a:pt x="4826000" y="3581400"/>
                </a:cubicBezTo>
                <a:cubicBezTo>
                  <a:pt x="4673600" y="3738033"/>
                  <a:pt x="4279900" y="3547533"/>
                  <a:pt x="4470400" y="3733800"/>
                </a:cubicBezTo>
                <a:cubicBezTo>
                  <a:pt x="4660900" y="3920067"/>
                  <a:pt x="6049433" y="4271433"/>
                  <a:pt x="5969000" y="4699000"/>
                </a:cubicBezTo>
                <a:cubicBezTo>
                  <a:pt x="5888567" y="5126567"/>
                  <a:pt x="4127500" y="5960533"/>
                  <a:pt x="3987800" y="6299200"/>
                </a:cubicBezTo>
                <a:cubicBezTo>
                  <a:pt x="3848100" y="6637867"/>
                  <a:pt x="5448300" y="6612467"/>
                  <a:pt x="5130800" y="6731000"/>
                </a:cubicBezTo>
                <a:cubicBezTo>
                  <a:pt x="5051425" y="6760633"/>
                  <a:pt x="4899554" y="6796881"/>
                  <a:pt x="4696817" y="6833592"/>
                </a:cubicBezTo>
                <a:lnTo>
                  <a:pt x="4553821" y="6858000"/>
                </a:lnTo>
                <a:lnTo>
                  <a:pt x="0" y="6858000"/>
                </a:lnTo>
                <a:lnTo>
                  <a:pt x="0" y="0"/>
                </a:lnTo>
                <a:close/>
              </a:path>
            </a:pathLst>
          </a:cu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D1E7EB6-5BEF-0D63-A901-0459746F2AF9}"/>
              </a:ext>
            </a:extLst>
          </p:cNvPr>
          <p:cNvSpPr/>
          <p:nvPr/>
        </p:nvSpPr>
        <p:spPr>
          <a:xfrm>
            <a:off x="0" y="0"/>
            <a:ext cx="10368156" cy="6858000"/>
          </a:xfrm>
          <a:custGeom>
            <a:avLst/>
            <a:gdLst>
              <a:gd name="csX0" fmla="*/ 0 w 9601892"/>
              <a:gd name="csY0" fmla="*/ 0 h 6858000"/>
              <a:gd name="csX1" fmla="*/ 9552980 w 9601892"/>
              <a:gd name="csY1" fmla="*/ 0 h 6858000"/>
              <a:gd name="csX2" fmla="*/ 9570368 w 9601892"/>
              <a:gd name="csY2" fmla="*/ 15831 h 6858000"/>
              <a:gd name="csX3" fmla="*/ 7594600 w 9601892"/>
              <a:gd name="csY3" fmla="*/ 457200 h 6858000"/>
              <a:gd name="csX4" fmla="*/ 7467600 w 9601892"/>
              <a:gd name="csY4" fmla="*/ 889000 h 6858000"/>
              <a:gd name="csX5" fmla="*/ 5791200 w 9601892"/>
              <a:gd name="csY5" fmla="*/ 1727200 h 6858000"/>
              <a:gd name="csX6" fmla="*/ 5384800 w 9601892"/>
              <a:gd name="csY6" fmla="*/ 2794000 h 6858000"/>
              <a:gd name="csX7" fmla="*/ 4826000 w 9601892"/>
              <a:gd name="csY7" fmla="*/ 3581400 h 6858000"/>
              <a:gd name="csX8" fmla="*/ 4470400 w 9601892"/>
              <a:gd name="csY8" fmla="*/ 3733800 h 6858000"/>
              <a:gd name="csX9" fmla="*/ 5969000 w 9601892"/>
              <a:gd name="csY9" fmla="*/ 4699000 h 6858000"/>
              <a:gd name="csX10" fmla="*/ 3987800 w 9601892"/>
              <a:gd name="csY10" fmla="*/ 6299200 h 6858000"/>
              <a:gd name="csX11" fmla="*/ 5130800 w 9601892"/>
              <a:gd name="csY11" fmla="*/ 6731000 h 6858000"/>
              <a:gd name="csX12" fmla="*/ 4696817 w 9601892"/>
              <a:gd name="csY12" fmla="*/ 6833592 h 6858000"/>
              <a:gd name="csX13" fmla="*/ 4553821 w 9601892"/>
              <a:gd name="csY13" fmla="*/ 6858000 h 6858000"/>
              <a:gd name="csX14" fmla="*/ 0 w 9601892"/>
              <a:gd name="csY14" fmla="*/ 6858000 h 6858000"/>
              <a:gd name="csX15" fmla="*/ 0 w 9601892"/>
              <a:gd name="csY15"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601892" h="6858000">
                <a:moveTo>
                  <a:pt x="0" y="0"/>
                </a:moveTo>
                <a:lnTo>
                  <a:pt x="9552980" y="0"/>
                </a:lnTo>
                <a:lnTo>
                  <a:pt x="9570368" y="15831"/>
                </a:lnTo>
                <a:cubicBezTo>
                  <a:pt x="9874415" y="352657"/>
                  <a:pt x="7886171" y="307578"/>
                  <a:pt x="7594600" y="457200"/>
                </a:cubicBezTo>
                <a:cubicBezTo>
                  <a:pt x="7272867" y="622300"/>
                  <a:pt x="7768167" y="677333"/>
                  <a:pt x="7467600" y="889000"/>
                </a:cubicBezTo>
                <a:cubicBezTo>
                  <a:pt x="7167033" y="1100667"/>
                  <a:pt x="6138333" y="1409700"/>
                  <a:pt x="5791200" y="1727200"/>
                </a:cubicBezTo>
                <a:cubicBezTo>
                  <a:pt x="5444067" y="2044700"/>
                  <a:pt x="5545667" y="2484967"/>
                  <a:pt x="5384800" y="2794000"/>
                </a:cubicBezTo>
                <a:cubicBezTo>
                  <a:pt x="5223933" y="3103033"/>
                  <a:pt x="4978400" y="3424767"/>
                  <a:pt x="4826000" y="3581400"/>
                </a:cubicBezTo>
                <a:cubicBezTo>
                  <a:pt x="4673600" y="3738033"/>
                  <a:pt x="4279900" y="3547533"/>
                  <a:pt x="4470400" y="3733800"/>
                </a:cubicBezTo>
                <a:cubicBezTo>
                  <a:pt x="4660900" y="3920067"/>
                  <a:pt x="6049433" y="4271433"/>
                  <a:pt x="5969000" y="4699000"/>
                </a:cubicBezTo>
                <a:cubicBezTo>
                  <a:pt x="5888567" y="5126567"/>
                  <a:pt x="4127500" y="5960533"/>
                  <a:pt x="3987800" y="6299200"/>
                </a:cubicBezTo>
                <a:cubicBezTo>
                  <a:pt x="3848100" y="6637867"/>
                  <a:pt x="5448300" y="6612467"/>
                  <a:pt x="5130800" y="6731000"/>
                </a:cubicBezTo>
                <a:cubicBezTo>
                  <a:pt x="5051425" y="6760633"/>
                  <a:pt x="4899554" y="6796881"/>
                  <a:pt x="4696817" y="6833592"/>
                </a:cubicBezTo>
                <a:lnTo>
                  <a:pt x="4553821" y="6858000"/>
                </a:lnTo>
                <a:lnTo>
                  <a:pt x="0" y="6858000"/>
                </a:lnTo>
                <a:lnTo>
                  <a:pt x="0" y="0"/>
                </a:lnTo>
                <a:close/>
              </a:path>
            </a:pathLst>
          </a:custGeom>
          <a:solidFill>
            <a:srgbClr val="8B121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F224EC3E-8FFA-1681-06D5-62428189EBB1}"/>
              </a:ext>
            </a:extLst>
          </p:cNvPr>
          <p:cNvGrpSpPr/>
          <p:nvPr/>
        </p:nvGrpSpPr>
        <p:grpSpPr>
          <a:xfrm>
            <a:off x="186236" y="1993265"/>
            <a:ext cx="5752795" cy="1769745"/>
            <a:chOff x="742951" y="3644265"/>
            <a:chExt cx="5752795" cy="1769745"/>
          </a:xfrm>
        </p:grpSpPr>
        <p:sp>
          <p:nvSpPr>
            <p:cNvPr id="15" name="Text 2">
              <a:extLst>
                <a:ext uri="{FF2B5EF4-FFF2-40B4-BE49-F238E27FC236}">
                  <a16:creationId xmlns:a16="http://schemas.microsoft.com/office/drawing/2014/main" id="{00FD7D47-D416-A2FD-15B4-63FABF069343}"/>
                </a:ext>
              </a:extLst>
            </p:cNvPr>
            <p:cNvSpPr/>
            <p:nvPr/>
          </p:nvSpPr>
          <p:spPr>
            <a:xfrm>
              <a:off x="742951" y="3644265"/>
              <a:ext cx="5752795" cy="91440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BẢN ĐỒ </a:t>
              </a:r>
            </a:p>
            <a:p>
              <a:pPr marL="0" indent="0" algn="ctr">
                <a:buNone/>
              </a:pPr>
              <a:r>
                <a:rPr lang="en-US" sz="4400" b="1" dirty="0">
                  <a:solidFill>
                    <a:srgbClr val="FFFFFF"/>
                  </a:solidFill>
                  <a:latin typeface="Cambria" pitchFamily="34" charset="0"/>
                  <a:ea typeface="Cambria" pitchFamily="34" charset="-122"/>
                  <a:cs typeface="Cambria" pitchFamily="34" charset="-120"/>
                </a:rPr>
                <a:t>LỊCH SỬ VIỆT NAM</a:t>
              </a:r>
              <a:endParaRPr lang="en-US" sz="4400" dirty="0"/>
            </a:p>
          </p:txBody>
        </p:sp>
        <p:sp>
          <p:nvSpPr>
            <p:cNvPr id="16" name="Text 3">
              <a:extLst>
                <a:ext uri="{FF2B5EF4-FFF2-40B4-BE49-F238E27FC236}">
                  <a16:creationId xmlns:a16="http://schemas.microsoft.com/office/drawing/2014/main" id="{78CD3887-6320-A11D-D626-75F80C6649B1}"/>
                </a:ext>
              </a:extLst>
            </p:cNvPr>
            <p:cNvSpPr/>
            <p:nvPr/>
          </p:nvSpPr>
          <p:spPr>
            <a:xfrm>
              <a:off x="1187451" y="4773930"/>
              <a:ext cx="5079695" cy="640080"/>
            </a:xfrm>
            <a:prstGeom prst="rect">
              <a:avLst/>
            </a:prstGeom>
            <a:noFill/>
            <a:ln/>
          </p:spPr>
          <p:txBody>
            <a:bodyPr wrap="square" rtlCol="0" anchor="ctr"/>
            <a:lstStyle/>
            <a:p>
              <a:pPr marL="0" indent="0" algn="ctr">
                <a:buNone/>
              </a:pPr>
              <a:r>
                <a:rPr lang="en-US" sz="2000" i="1" dirty="0">
                  <a:solidFill>
                    <a:srgbClr val="F0C040"/>
                  </a:solidFill>
                  <a:latin typeface="Cambria" pitchFamily="34" charset="0"/>
                  <a:ea typeface="Cambria" pitchFamily="34" charset="-122"/>
                  <a:cs typeface="Cambria" pitchFamily="34" charset="-120"/>
                </a:rPr>
                <a:t>“Hành trình nghìn năm”</a:t>
              </a:r>
              <a:endParaRPr lang="en-US" sz="2000" dirty="0"/>
            </a:p>
          </p:txBody>
        </p:sp>
      </p:grpSp>
      <p:sp>
        <p:nvSpPr>
          <p:cNvPr id="18" name="Text 5">
            <a:extLst>
              <a:ext uri="{FF2B5EF4-FFF2-40B4-BE49-F238E27FC236}">
                <a16:creationId xmlns:a16="http://schemas.microsoft.com/office/drawing/2014/main" id="{801BDDB3-907A-A16D-84FD-6C098A08FBAB}"/>
              </a:ext>
            </a:extLst>
          </p:cNvPr>
          <p:cNvSpPr/>
          <p:nvPr/>
        </p:nvSpPr>
        <p:spPr>
          <a:xfrm>
            <a:off x="585981" y="4714241"/>
            <a:ext cx="5448300" cy="365760"/>
          </a:xfrm>
          <a:prstGeom prst="rect">
            <a:avLst/>
          </a:prstGeom>
          <a:noFill/>
          <a:ln/>
        </p:spPr>
        <p:txBody>
          <a:bodyPr wrap="square" rtlCol="0" anchor="ctr"/>
          <a:lstStyle/>
          <a:p>
            <a:pPr marL="0" indent="0">
              <a:buNone/>
            </a:pPr>
            <a:r>
              <a:rPr lang="en-US">
                <a:solidFill>
                  <a:srgbClr val="FFFFFF"/>
                </a:solidFill>
                <a:latin typeface="Arial" pitchFamily="34" charset="0"/>
                <a:ea typeface="Arial" pitchFamily="34" charset="-122"/>
                <a:cs typeface="Arial" pitchFamily="34" charset="-120"/>
              </a:rPr>
              <a:t>Thành viên:     Nguyễn </a:t>
            </a:r>
            <a:r>
              <a:rPr lang="en-US" dirty="0">
                <a:solidFill>
                  <a:srgbClr val="FFFFFF"/>
                </a:solidFill>
                <a:latin typeface="Arial" pitchFamily="34" charset="0"/>
                <a:ea typeface="Arial" pitchFamily="34" charset="-122"/>
                <a:cs typeface="Arial" pitchFamily="34" charset="-120"/>
              </a:rPr>
              <a:t>Bảo </a:t>
            </a:r>
            <a:r>
              <a:rPr lang="en-US">
                <a:solidFill>
                  <a:srgbClr val="FFFFFF"/>
                </a:solidFill>
                <a:latin typeface="Arial" pitchFamily="34" charset="0"/>
                <a:ea typeface="Arial" pitchFamily="34" charset="-122"/>
                <a:cs typeface="Arial" pitchFamily="34" charset="-120"/>
              </a:rPr>
              <a:t>Long</a:t>
            </a:r>
            <a:r>
              <a:rPr lang="en-US">
                <a:solidFill>
                  <a:srgbClr val="F0C040"/>
                </a:solidFill>
                <a:latin typeface="Arial" pitchFamily="34" charset="0"/>
                <a:ea typeface="Arial" pitchFamily="34" charset="-122"/>
                <a:cs typeface="Arial" pitchFamily="34" charset="-120"/>
              </a:rPr>
              <a:t> </a:t>
            </a:r>
          </a:p>
          <a:p>
            <a:pPr marL="0" indent="0">
              <a:buNone/>
            </a:pPr>
            <a:r>
              <a:rPr lang="en-US">
                <a:solidFill>
                  <a:srgbClr val="F0C040"/>
                </a:solidFill>
                <a:latin typeface="Arial" pitchFamily="34" charset="0"/>
                <a:ea typeface="Arial" pitchFamily="34" charset="-122"/>
                <a:cs typeface="Arial" pitchFamily="34" charset="-120"/>
              </a:rPr>
              <a:t>	           </a:t>
            </a:r>
            <a:r>
              <a:rPr lang="en-US">
                <a:solidFill>
                  <a:srgbClr val="FFFFFF"/>
                </a:solidFill>
                <a:latin typeface="Arial" pitchFamily="34" charset="0"/>
                <a:ea typeface="Arial" pitchFamily="34" charset="-122"/>
                <a:cs typeface="Arial" pitchFamily="34" charset="-120"/>
              </a:rPr>
              <a:t>Vũ </a:t>
            </a:r>
            <a:r>
              <a:rPr lang="en-US" dirty="0">
                <a:solidFill>
                  <a:srgbClr val="FFFFFF"/>
                </a:solidFill>
                <a:latin typeface="Arial" pitchFamily="34" charset="0"/>
                <a:ea typeface="Arial" pitchFamily="34" charset="-122"/>
                <a:cs typeface="Arial" pitchFamily="34" charset="-120"/>
              </a:rPr>
              <a:t>Minh Đạt</a:t>
            </a:r>
          </a:p>
          <a:p>
            <a:pPr marL="0" indent="0">
              <a:buNone/>
            </a:pPr>
            <a:r>
              <a:rPr lang="en-US">
                <a:solidFill>
                  <a:srgbClr val="FFFFFF"/>
                </a:solidFill>
                <a:latin typeface="Arial" pitchFamily="34" charset="0"/>
                <a:ea typeface="Arial" pitchFamily="34" charset="-122"/>
                <a:cs typeface="Arial" pitchFamily="34" charset="-120"/>
              </a:rPr>
              <a:t>Gíao viên HD</a:t>
            </a:r>
            <a:r>
              <a:rPr lang="en-US" dirty="0">
                <a:solidFill>
                  <a:srgbClr val="FFFFFF"/>
                </a:solidFill>
                <a:latin typeface="Arial" pitchFamily="34" charset="0"/>
                <a:ea typeface="Arial" pitchFamily="34" charset="-122"/>
                <a:cs typeface="Arial" pitchFamily="34" charset="-120"/>
              </a:rPr>
              <a:t>:  Lương </a:t>
            </a:r>
            <a:r>
              <a:rPr lang="en-US" dirty="0" err="1">
                <a:solidFill>
                  <a:srgbClr val="FFFFFF"/>
                </a:solidFill>
                <a:latin typeface="Arial" pitchFamily="34" charset="0"/>
                <a:ea typeface="Arial" pitchFamily="34" charset="-122"/>
                <a:cs typeface="Arial" pitchFamily="34" charset="-120"/>
              </a:rPr>
              <a:t>Phú</a:t>
            </a:r>
            <a:r>
              <a:rPr lang="en-US" dirty="0">
                <a:solidFill>
                  <a:srgbClr val="FFFFFF"/>
                </a:solidFill>
                <a:latin typeface="Arial" pitchFamily="34" charset="0"/>
                <a:ea typeface="Arial" pitchFamily="34" charset="-122"/>
                <a:cs typeface="Arial" pitchFamily="34" charset="-120"/>
              </a:rPr>
              <a:t> </a:t>
            </a:r>
            <a:r>
              <a:rPr lang="en-US" dirty="0" err="1">
                <a:solidFill>
                  <a:srgbClr val="FFFFFF"/>
                </a:solidFill>
                <a:latin typeface="Arial" pitchFamily="34" charset="0"/>
                <a:ea typeface="Arial" pitchFamily="34" charset="-122"/>
                <a:cs typeface="Arial" pitchFamily="34" charset="-120"/>
              </a:rPr>
              <a:t>Hưng</a:t>
            </a:r>
            <a:endParaRPr lang="en-US" dirty="0"/>
          </a:p>
        </p:txBody>
      </p:sp>
    </p:spTree>
    <p:extLst>
      <p:ext uri="{BB962C8B-B14F-4D97-AF65-F5344CB8AC3E}">
        <p14:creationId xmlns:p14="http://schemas.microsoft.com/office/powerpoint/2010/main" val="30277359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a:solidFill>
                  <a:srgbClr val="8B1212"/>
                </a:solidFill>
                <a:latin typeface="Cambria" pitchFamily="34" charset="0"/>
                <a:ea typeface="Cambria" pitchFamily="34" charset="-122"/>
                <a:cs typeface="Cambria" pitchFamily="34" charset="-120"/>
              </a:rPr>
              <a:t>1. Lý do chọn đề tài</a:t>
            </a:r>
            <a:endParaRPr lang="en-US" sz="3200" dirty="0"/>
          </a:p>
        </p:txBody>
      </p:sp>
      <p:sp>
        <p:nvSpPr>
          <p:cNvPr id="3" name="Shape 1"/>
          <p:cNvSpPr/>
          <p:nvPr/>
        </p:nvSpPr>
        <p:spPr>
          <a:xfrm>
            <a:off x="548640" y="1371600"/>
            <a:ext cx="5394960" cy="4754880"/>
          </a:xfrm>
          <a:prstGeom prst="roundRect">
            <a:avLst>
              <a:gd name="adj" fmla="val 2308"/>
            </a:avLst>
          </a:prstGeom>
          <a:solidFill>
            <a:srgbClr val="FFFFFF"/>
          </a:solidFill>
          <a:ln/>
          <a:effectLst>
            <a:outerShdw blurRad="101600" dist="38100" dir="5400000" algn="bl" rotWithShape="0">
              <a:srgbClr val="000000">
                <a:alpha val="18000"/>
              </a:srgbClr>
            </a:outerShdw>
          </a:effectLst>
        </p:spPr>
      </p:sp>
      <p:sp>
        <p:nvSpPr>
          <p:cNvPr id="4" name="Shape 2"/>
          <p:cNvSpPr/>
          <p:nvPr/>
        </p:nvSpPr>
        <p:spPr>
          <a:xfrm>
            <a:off x="868680" y="1691640"/>
            <a:ext cx="777240" cy="777240"/>
          </a:xfrm>
          <a:prstGeom prst="ellipse">
            <a:avLst/>
          </a:prstGeom>
          <a:solidFill>
            <a:srgbClr val="EFD9D9"/>
          </a:solidFill>
          <a:ln/>
          <a:effectLst>
            <a:outerShdw blurRad="76200" dist="25400" dir="5400000" algn="bl" rotWithShape="0">
              <a:srgbClr val="000000">
                <a:alpha val="16000"/>
              </a:srgbClr>
            </a:outerShdw>
          </a:effectLst>
        </p:spPr>
      </p:sp>
      <p:pic>
        <p:nvPicPr>
          <p:cNvPr id="5" name="Image 0" descr="preencoded.png"/>
          <p:cNvPicPr>
            <a:picLocks noChangeAspect="1"/>
          </p:cNvPicPr>
          <p:nvPr/>
        </p:nvPicPr>
        <p:blipFill>
          <a:blip r:embed="rId3"/>
          <a:stretch>
            <a:fillRect/>
          </a:stretch>
        </p:blipFill>
        <p:spPr>
          <a:xfrm>
            <a:off x="1043559" y="1866519"/>
            <a:ext cx="427482" cy="427482"/>
          </a:xfrm>
          <a:prstGeom prst="rect">
            <a:avLst/>
          </a:prstGeom>
        </p:spPr>
      </p:pic>
      <p:sp>
        <p:nvSpPr>
          <p:cNvPr id="6" name="Text 3"/>
          <p:cNvSpPr/>
          <p:nvPr/>
        </p:nvSpPr>
        <p:spPr>
          <a:xfrm>
            <a:off x="1783080" y="1783080"/>
            <a:ext cx="4023360" cy="457200"/>
          </a:xfrm>
          <a:prstGeom prst="rect">
            <a:avLst/>
          </a:prstGeom>
          <a:noFill/>
          <a:ln/>
        </p:spPr>
        <p:txBody>
          <a:bodyPr wrap="square" rtlCol="0" anchor="ctr"/>
          <a:lstStyle/>
          <a:p>
            <a:pPr marL="0" indent="0">
              <a:buNone/>
            </a:pPr>
            <a:r>
              <a:rPr lang="en-US" sz="2200" b="1" dirty="0">
                <a:solidFill>
                  <a:srgbClr val="8B1212"/>
                </a:solidFill>
                <a:latin typeface="Cambria" pitchFamily="34" charset="0"/>
                <a:ea typeface="Cambria" pitchFamily="34" charset="-122"/>
                <a:cs typeface="Cambria" pitchFamily="34" charset="-120"/>
              </a:rPr>
              <a:t>Vấn đề</a:t>
            </a:r>
            <a:endParaRPr lang="en-US" sz="2200" dirty="0"/>
          </a:p>
        </p:txBody>
      </p:sp>
      <p:sp>
        <p:nvSpPr>
          <p:cNvPr id="7" name="Text 4"/>
          <p:cNvSpPr/>
          <p:nvPr/>
        </p:nvSpPr>
        <p:spPr>
          <a:xfrm>
            <a:off x="868680" y="2606040"/>
            <a:ext cx="4754880" cy="3200400"/>
          </a:xfrm>
          <a:prstGeom prst="rect">
            <a:avLst/>
          </a:prstGeom>
          <a:noFill/>
          <a:ln/>
        </p:spPr>
        <p:txBody>
          <a:bodyPr wrap="square" rtlCol="0" anchor="t"/>
          <a:lstStyle/>
          <a:p>
            <a:pPr marL="342900" indent="-342900">
              <a:spcAft>
                <a:spcPts val="1000"/>
              </a:spcAft>
              <a:buSzPct val="100000"/>
              <a:buChar char="•"/>
            </a:pPr>
            <a:r>
              <a:rPr lang="en-US" sz="2000" dirty="0">
                <a:solidFill>
                  <a:srgbClr val="2A1A1A"/>
                </a:solidFill>
                <a:latin typeface="Arial" pitchFamily="34" charset="0"/>
                <a:ea typeface="Arial" pitchFamily="34" charset="-122"/>
                <a:cs typeface="Arial" pitchFamily="34" charset="-120"/>
              </a:rPr>
              <a:t>Học lịch sử qua sách vở khó </a:t>
            </a:r>
            <a:r>
              <a:rPr lang="en-US" sz="2000">
                <a:solidFill>
                  <a:srgbClr val="2A1A1A"/>
                </a:solidFill>
                <a:latin typeface="Arial" pitchFamily="34" charset="0"/>
                <a:ea typeface="Arial" pitchFamily="34" charset="-122"/>
                <a:cs typeface="Arial" pitchFamily="34" charset="-120"/>
              </a:rPr>
              <a:t>ghi nhớ </a:t>
            </a:r>
          </a:p>
          <a:p>
            <a:pPr marL="342900" indent="-342900">
              <a:spcAft>
                <a:spcPts val="1000"/>
              </a:spcAft>
              <a:buSzPct val="100000"/>
              <a:buChar char="•"/>
            </a:pPr>
            <a:r>
              <a:rPr lang="en-US" sz="2000">
                <a:solidFill>
                  <a:srgbClr val="2A1A1A"/>
                </a:solidFill>
                <a:latin typeface="Arial" pitchFamily="34" charset="0"/>
                <a:ea typeface="Arial" pitchFamily="34" charset="-122"/>
                <a:cs typeface="Arial" pitchFamily="34" charset="-120"/>
              </a:rPr>
              <a:t>Thiếu </a:t>
            </a:r>
            <a:r>
              <a:rPr lang="en-US" sz="2000" dirty="0">
                <a:solidFill>
                  <a:srgbClr val="2A1A1A"/>
                </a:solidFill>
                <a:latin typeface="Arial" pitchFamily="34" charset="0"/>
                <a:ea typeface="Arial" pitchFamily="34" charset="-122"/>
                <a:cs typeface="Arial" pitchFamily="34" charset="-120"/>
              </a:rPr>
              <a:t>liên hệ giữa không gian địa lý và mốc </a:t>
            </a:r>
            <a:r>
              <a:rPr lang="en-US" sz="2000">
                <a:solidFill>
                  <a:srgbClr val="2A1A1A"/>
                </a:solidFill>
                <a:latin typeface="Arial" pitchFamily="34" charset="0"/>
                <a:ea typeface="Arial" pitchFamily="34" charset="-122"/>
                <a:cs typeface="Arial" pitchFamily="34" charset="-120"/>
              </a:rPr>
              <a:t>thời gian</a:t>
            </a:r>
          </a:p>
          <a:p>
            <a:pPr marL="342900" indent="-342900">
              <a:spcAft>
                <a:spcPts val="1000"/>
              </a:spcAft>
              <a:buSzPct val="100000"/>
              <a:buFontTx/>
              <a:buChar char="•"/>
            </a:pPr>
            <a:r>
              <a:rPr lang="en-US" sz="2000">
                <a:solidFill>
                  <a:srgbClr val="2A1A1A"/>
                </a:solidFill>
                <a:latin typeface="Arial" pitchFamily="34" charset="0"/>
                <a:ea typeface="Arial" pitchFamily="34" charset="-122"/>
                <a:cs typeface="Arial" pitchFamily="34" charset="-120"/>
              </a:rPr>
              <a:t>Nội dung tĩnh, một chiều, ít hấp dẫn</a:t>
            </a:r>
          </a:p>
          <a:p>
            <a:pPr marL="342900" indent="-342900">
              <a:buSzPct val="100000"/>
              <a:buChar char="•"/>
            </a:pPr>
            <a:r>
              <a:rPr lang="en-US" sz="2000">
                <a:solidFill>
                  <a:srgbClr val="2A1A1A"/>
                </a:solidFill>
                <a:latin typeface="Arial" pitchFamily="34" charset="0"/>
                <a:ea typeface="Arial" pitchFamily="34" charset="-122"/>
                <a:cs typeface="Arial" pitchFamily="34" charset="-120"/>
              </a:rPr>
              <a:t>Học sinh tiếp nhận thụ động</a:t>
            </a:r>
            <a:endParaRPr lang="en-US" sz="2000" dirty="0"/>
          </a:p>
        </p:txBody>
      </p:sp>
      <p:sp>
        <p:nvSpPr>
          <p:cNvPr id="8" name="Shape 5"/>
          <p:cNvSpPr/>
          <p:nvPr/>
        </p:nvSpPr>
        <p:spPr>
          <a:xfrm>
            <a:off x="6263640" y="1371600"/>
            <a:ext cx="5394960" cy="4754880"/>
          </a:xfrm>
          <a:prstGeom prst="roundRect">
            <a:avLst>
              <a:gd name="adj" fmla="val 2308"/>
            </a:avLst>
          </a:prstGeom>
          <a:solidFill>
            <a:srgbClr val="8B1212"/>
          </a:solidFill>
          <a:ln/>
          <a:effectLst>
            <a:outerShdw blurRad="101600" dist="38100" dir="5400000" algn="bl" rotWithShape="0">
              <a:srgbClr val="000000">
                <a:alpha val="18000"/>
              </a:srgbClr>
            </a:outerShdw>
          </a:effectLst>
        </p:spPr>
      </p:sp>
      <p:sp>
        <p:nvSpPr>
          <p:cNvPr id="9" name="Shape 6"/>
          <p:cNvSpPr/>
          <p:nvPr/>
        </p:nvSpPr>
        <p:spPr>
          <a:xfrm>
            <a:off x="6583680" y="1691640"/>
            <a:ext cx="777240" cy="777240"/>
          </a:xfrm>
          <a:prstGeom prst="ellipse">
            <a:avLst/>
          </a:prstGeom>
          <a:solidFill>
            <a:srgbClr val="F0C040"/>
          </a:solidFill>
          <a:ln/>
          <a:effectLst>
            <a:outerShdw blurRad="76200" dist="25400" dir="5400000" algn="bl" rotWithShape="0">
              <a:srgbClr val="000000">
                <a:alpha val="16000"/>
              </a:srgbClr>
            </a:outerShdw>
          </a:effectLst>
        </p:spPr>
      </p:sp>
      <p:pic>
        <p:nvPicPr>
          <p:cNvPr id="10" name="Image 1" descr="preencoded.png"/>
          <p:cNvPicPr>
            <a:picLocks noChangeAspect="1"/>
          </p:cNvPicPr>
          <p:nvPr/>
        </p:nvPicPr>
        <p:blipFill>
          <a:blip r:embed="rId4"/>
          <a:stretch>
            <a:fillRect/>
          </a:stretch>
        </p:blipFill>
        <p:spPr>
          <a:xfrm>
            <a:off x="6758559" y="1866519"/>
            <a:ext cx="427482" cy="427482"/>
          </a:xfrm>
          <a:prstGeom prst="rect">
            <a:avLst/>
          </a:prstGeom>
        </p:spPr>
      </p:pic>
      <p:sp>
        <p:nvSpPr>
          <p:cNvPr id="11" name="Text 7"/>
          <p:cNvSpPr/>
          <p:nvPr/>
        </p:nvSpPr>
        <p:spPr>
          <a:xfrm>
            <a:off x="7498080" y="1783080"/>
            <a:ext cx="3840480" cy="457200"/>
          </a:xfrm>
          <a:prstGeom prst="rect">
            <a:avLst/>
          </a:prstGeom>
          <a:noFill/>
          <a:ln/>
        </p:spPr>
        <p:txBody>
          <a:bodyPr wrap="square" rtlCol="0" anchor="ctr"/>
          <a:lstStyle/>
          <a:p>
            <a:pPr marL="0" indent="0">
              <a:buNone/>
            </a:pPr>
            <a:r>
              <a:rPr lang="en-US" sz="2200" b="1" dirty="0">
                <a:solidFill>
                  <a:srgbClr val="F0C040"/>
                </a:solidFill>
                <a:latin typeface="Cambria" pitchFamily="34" charset="0"/>
                <a:ea typeface="Cambria" pitchFamily="34" charset="-122"/>
                <a:cs typeface="Cambria" pitchFamily="34" charset="-120"/>
              </a:rPr>
              <a:t>Giải pháp</a:t>
            </a:r>
            <a:endParaRPr lang="en-US" sz="2200" dirty="0"/>
          </a:p>
        </p:txBody>
      </p:sp>
      <p:sp>
        <p:nvSpPr>
          <p:cNvPr id="12" name="Text 8"/>
          <p:cNvSpPr/>
          <p:nvPr/>
        </p:nvSpPr>
        <p:spPr>
          <a:xfrm>
            <a:off x="6583680" y="2606040"/>
            <a:ext cx="4754880" cy="3200400"/>
          </a:xfrm>
          <a:prstGeom prst="rect">
            <a:avLst/>
          </a:prstGeom>
          <a:noFill/>
          <a:ln/>
        </p:spPr>
        <p:txBody>
          <a:bodyPr wrap="square" rtlCol="0" anchor="t"/>
          <a:lstStyle/>
          <a:p>
            <a:pPr marL="342900" indent="-342900" algn="just">
              <a:spcAft>
                <a:spcPts val="1200"/>
              </a:spcAft>
              <a:buSzPct val="100000"/>
              <a:buChar char="•"/>
            </a:pPr>
            <a:r>
              <a:rPr lang="en-US" sz="2000" dirty="0">
                <a:solidFill>
                  <a:srgbClr val="FFFFFF"/>
                </a:solidFill>
                <a:latin typeface="Arial" pitchFamily="34" charset="0"/>
                <a:ea typeface="Arial" pitchFamily="34" charset="-122"/>
                <a:cs typeface="Arial" pitchFamily="34" charset="-120"/>
              </a:rPr>
              <a:t>Bản đồ </a:t>
            </a:r>
            <a:r>
              <a:rPr lang="en-US" sz="2000">
                <a:solidFill>
                  <a:srgbClr val="FFFFFF"/>
                </a:solidFill>
                <a:latin typeface="Arial" pitchFamily="34" charset="0"/>
                <a:ea typeface="Arial" pitchFamily="34" charset="-122"/>
                <a:cs typeface="Arial" pitchFamily="34" charset="-120"/>
              </a:rPr>
              <a:t>số hoá các </a:t>
            </a:r>
            <a:r>
              <a:rPr lang="en-US" sz="2000" dirty="0">
                <a:solidFill>
                  <a:srgbClr val="FFFFFF"/>
                </a:solidFill>
                <a:latin typeface="Arial" pitchFamily="34" charset="0"/>
                <a:ea typeface="Arial" pitchFamily="34" charset="-122"/>
                <a:cs typeface="Arial" pitchFamily="34" charset="-120"/>
              </a:rPr>
              <a:t>tỉnh thành kết hợp kho sự kiện lịch sử</a:t>
            </a:r>
            <a:endParaRPr lang="en-US" sz="2000" dirty="0"/>
          </a:p>
          <a:p>
            <a:pPr marL="342900" indent="-342900" algn="just">
              <a:spcAft>
                <a:spcPts val="1200"/>
              </a:spcAft>
              <a:buSzPct val="100000"/>
              <a:buChar char="•"/>
            </a:pPr>
            <a:r>
              <a:rPr lang="en-US" sz="2000" dirty="0">
                <a:solidFill>
                  <a:srgbClr val="FFFFFF"/>
                </a:solidFill>
                <a:latin typeface="Arial" pitchFamily="34" charset="0"/>
                <a:ea typeface="Arial" pitchFamily="34" charset="-122"/>
                <a:cs typeface="Arial" pitchFamily="34" charset="-120"/>
              </a:rPr>
              <a:t>Click </a:t>
            </a:r>
            <a:r>
              <a:rPr lang="en-US" sz="2000">
                <a:solidFill>
                  <a:srgbClr val="FFFFFF"/>
                </a:solidFill>
                <a:latin typeface="Arial" pitchFamily="34" charset="0"/>
                <a:ea typeface="Arial" pitchFamily="34" charset="-122"/>
                <a:cs typeface="Arial" pitchFamily="34" charset="-120"/>
              </a:rPr>
              <a:t>tỉnh để xem thông tin các sự kiện của tỉnh đó</a:t>
            </a:r>
            <a:endParaRPr lang="en-US" sz="2000" dirty="0"/>
          </a:p>
          <a:p>
            <a:pPr marL="342900" indent="-342900">
              <a:spcAft>
                <a:spcPts val="1200"/>
              </a:spcAft>
              <a:buSzPct val="100000"/>
              <a:buChar char="•"/>
            </a:pPr>
            <a:r>
              <a:rPr lang="en-US" sz="2000" dirty="0">
                <a:solidFill>
                  <a:srgbClr val="FFFFFF"/>
                </a:solidFill>
                <a:latin typeface="Arial" pitchFamily="34" charset="0"/>
                <a:ea typeface="Arial" pitchFamily="34" charset="-122"/>
                <a:cs typeface="Arial" pitchFamily="34" charset="-120"/>
              </a:rPr>
              <a:t>Thuyết minh giọng nói + hình ảnh </a:t>
            </a:r>
            <a:r>
              <a:rPr lang="en-US" sz="2000">
                <a:solidFill>
                  <a:srgbClr val="FFFFFF"/>
                </a:solidFill>
                <a:latin typeface="Arial" pitchFamily="34" charset="0"/>
                <a:ea typeface="Arial" pitchFamily="34" charset="-122"/>
                <a:cs typeface="Arial" pitchFamily="34" charset="-120"/>
              </a:rPr>
              <a:t>tư liệu</a:t>
            </a:r>
            <a:endParaRPr lang="en-US" sz="2000" dirty="0"/>
          </a:p>
          <a:p>
            <a:pPr marL="342900" indent="-342900">
              <a:buSzPct val="100000"/>
              <a:buChar char="•"/>
            </a:pPr>
            <a:r>
              <a:rPr lang="en-US" sz="2000" b="1" dirty="0">
                <a:solidFill>
                  <a:srgbClr val="F0C040"/>
                </a:solidFill>
                <a:latin typeface="Arial" pitchFamily="34" charset="0"/>
                <a:ea typeface="Arial" pitchFamily="34" charset="-122"/>
                <a:cs typeface="Arial" pitchFamily="34" charset="-120"/>
              </a:rPr>
              <a:t>Biến lịch sử thành hành </a:t>
            </a:r>
            <a:r>
              <a:rPr lang="en-US" sz="2000" b="1">
                <a:solidFill>
                  <a:srgbClr val="F0C040"/>
                </a:solidFill>
                <a:latin typeface="Arial" pitchFamily="34" charset="0"/>
                <a:ea typeface="Arial" pitchFamily="34" charset="-122"/>
                <a:cs typeface="Arial" pitchFamily="34" charset="-120"/>
              </a:rPr>
              <a:t>trình trải nghiệm thời gian và không gian</a:t>
            </a:r>
            <a:endParaRPr lang="en-US" sz="2000" dirty="0">
              <a:solidFill>
                <a:srgbClr val="F0C040"/>
              </a:solidFill>
            </a:endParaRPr>
          </a:p>
        </p:txBody>
      </p:sp>
      <p:cxnSp>
        <p:nvCxnSpPr>
          <p:cNvPr id="14" name="Straight Connector 13">
            <a:extLst>
              <a:ext uri="{FF2B5EF4-FFF2-40B4-BE49-F238E27FC236}">
                <a16:creationId xmlns:a16="http://schemas.microsoft.com/office/drawing/2014/main" id="{CEA6CC7F-9262-38B7-36A6-FD3404DE7766}"/>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EBC39716-1A7E-2D06-65FC-83748E35C9D0}"/>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4F11435A-C2F2-8AB3-073E-0B7F181BDB91}"/>
              </a:ext>
            </a:extLst>
          </p:cNvPr>
          <p:cNvGrpSpPr/>
          <p:nvPr/>
        </p:nvGrpSpPr>
        <p:grpSpPr>
          <a:xfrm>
            <a:off x="548640" y="1803273"/>
            <a:ext cx="11109960" cy="4754880"/>
            <a:chOff x="548640" y="1371600"/>
            <a:chExt cx="11109960" cy="4754880"/>
          </a:xfrm>
        </p:grpSpPr>
        <p:sp>
          <p:nvSpPr>
            <p:cNvPr id="3" name="Shape 1">
              <a:extLst>
                <a:ext uri="{FF2B5EF4-FFF2-40B4-BE49-F238E27FC236}">
                  <a16:creationId xmlns:a16="http://schemas.microsoft.com/office/drawing/2014/main" id="{1AE9A8BA-4BEF-6395-1372-5F9F97540126}"/>
                </a:ext>
              </a:extLst>
            </p:cNvPr>
            <p:cNvSpPr/>
            <p:nvPr/>
          </p:nvSpPr>
          <p:spPr>
            <a:xfrm>
              <a:off x="548640" y="1371600"/>
              <a:ext cx="4297680" cy="4754880"/>
            </a:xfrm>
            <a:prstGeom prst="roundRect">
              <a:avLst>
                <a:gd name="adj" fmla="val 2128"/>
              </a:avLst>
            </a:prstGeom>
            <a:solidFill>
              <a:srgbClr val="8B1212"/>
            </a:solidFill>
            <a:ln/>
            <a:effectLst>
              <a:outerShdw blurRad="101600" dist="38100" dir="5400000" algn="bl" rotWithShape="0">
                <a:srgbClr val="000000">
                  <a:alpha val="18000"/>
                </a:srgbClr>
              </a:outerShdw>
            </a:effectLst>
          </p:spPr>
        </p:sp>
        <p:sp>
          <p:nvSpPr>
            <p:cNvPr id="4" name="Shape 2">
              <a:extLst>
                <a:ext uri="{FF2B5EF4-FFF2-40B4-BE49-F238E27FC236}">
                  <a16:creationId xmlns:a16="http://schemas.microsoft.com/office/drawing/2014/main" id="{B4620BB8-E063-7EC8-AE68-FF3DDDB94996}"/>
                </a:ext>
              </a:extLst>
            </p:cNvPr>
            <p:cNvSpPr/>
            <p:nvPr/>
          </p:nvSpPr>
          <p:spPr>
            <a:xfrm>
              <a:off x="822960" y="1600200"/>
              <a:ext cx="457200" cy="457200"/>
            </a:xfrm>
            <a:prstGeom prst="ellipse">
              <a:avLst/>
            </a:prstGeom>
            <a:solidFill>
              <a:srgbClr val="F0C040"/>
            </a:solidFill>
            <a:ln/>
            <a:effectLst>
              <a:outerShdw blurRad="76200" dist="25400" dir="5400000" algn="bl" rotWithShape="0">
                <a:srgbClr val="000000">
                  <a:alpha val="16000"/>
                </a:srgbClr>
              </a:outerShdw>
            </a:effectLst>
          </p:spPr>
        </p:sp>
        <p:pic>
          <p:nvPicPr>
            <p:cNvPr id="5" name="Image 0" descr="preencoded.png">
              <a:extLst>
                <a:ext uri="{FF2B5EF4-FFF2-40B4-BE49-F238E27FC236}">
                  <a16:creationId xmlns:a16="http://schemas.microsoft.com/office/drawing/2014/main" id="{B8AD7CF4-0CF8-A95D-B864-5636E1921193}"/>
                </a:ext>
              </a:extLst>
            </p:cNvPr>
            <p:cNvPicPr>
              <a:picLocks noChangeAspect="1"/>
            </p:cNvPicPr>
            <p:nvPr/>
          </p:nvPicPr>
          <p:blipFill>
            <a:blip r:embed="rId3"/>
            <a:stretch>
              <a:fillRect/>
            </a:stretch>
          </p:blipFill>
          <p:spPr>
            <a:xfrm>
              <a:off x="914400" y="1691640"/>
              <a:ext cx="274320" cy="274320"/>
            </a:xfrm>
            <a:prstGeom prst="rect">
              <a:avLst/>
            </a:prstGeom>
          </p:spPr>
        </p:pic>
        <p:sp>
          <p:nvSpPr>
            <p:cNvPr id="6" name="Text 3">
              <a:extLst>
                <a:ext uri="{FF2B5EF4-FFF2-40B4-BE49-F238E27FC236}">
                  <a16:creationId xmlns:a16="http://schemas.microsoft.com/office/drawing/2014/main" id="{1CFA73AF-49F2-5CC5-8530-F01BDE6648C7}"/>
                </a:ext>
              </a:extLst>
            </p:cNvPr>
            <p:cNvSpPr/>
            <p:nvPr/>
          </p:nvSpPr>
          <p:spPr>
            <a:xfrm>
              <a:off x="1371600" y="1627632"/>
              <a:ext cx="329184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BẢN ĐỒ LỊCH SỬ</a:t>
              </a:r>
              <a:endParaRPr lang="en-US" sz="1500" dirty="0"/>
            </a:p>
          </p:txBody>
        </p:sp>
        <p:sp>
          <p:nvSpPr>
            <p:cNvPr id="7" name="Shape 4">
              <a:extLst>
                <a:ext uri="{FF2B5EF4-FFF2-40B4-BE49-F238E27FC236}">
                  <a16:creationId xmlns:a16="http://schemas.microsoft.com/office/drawing/2014/main" id="{3FDB2BC7-7C85-B4B0-CC92-88C7D5743391}"/>
                </a:ext>
              </a:extLst>
            </p:cNvPr>
            <p:cNvSpPr/>
            <p:nvPr/>
          </p:nvSpPr>
          <p:spPr>
            <a:xfrm>
              <a:off x="868680" y="2240280"/>
              <a:ext cx="3611880" cy="3657600"/>
            </a:xfrm>
            <a:prstGeom prst="roundRect">
              <a:avLst>
                <a:gd name="adj" fmla="val 1519"/>
              </a:avLst>
            </a:prstGeom>
            <a:solidFill>
              <a:srgbClr val="C9D9E2"/>
            </a:solidFill>
            <a:ln/>
          </p:spPr>
        </p:sp>
        <p:pic>
          <p:nvPicPr>
            <p:cNvPr id="8" name="Image 1" descr="preencoded.png">
              <a:extLst>
                <a:ext uri="{FF2B5EF4-FFF2-40B4-BE49-F238E27FC236}">
                  <a16:creationId xmlns:a16="http://schemas.microsoft.com/office/drawing/2014/main" id="{C0F4E284-87A2-BFFA-C252-EE55E05A3DC1}"/>
                </a:ext>
              </a:extLst>
            </p:cNvPr>
            <p:cNvPicPr>
              <a:picLocks noChangeAspect="1"/>
            </p:cNvPicPr>
            <p:nvPr/>
          </p:nvPicPr>
          <p:blipFill>
            <a:blip r:embed="rId4"/>
            <a:stretch>
              <a:fillRect/>
            </a:stretch>
          </p:blipFill>
          <p:spPr>
            <a:xfrm>
              <a:off x="2148840" y="3566160"/>
              <a:ext cx="1005840" cy="1005840"/>
            </a:xfrm>
            <a:prstGeom prst="rect">
              <a:avLst/>
            </a:prstGeom>
          </p:spPr>
        </p:pic>
        <p:sp>
          <p:nvSpPr>
            <p:cNvPr id="9" name="Text 5">
              <a:extLst>
                <a:ext uri="{FF2B5EF4-FFF2-40B4-BE49-F238E27FC236}">
                  <a16:creationId xmlns:a16="http://schemas.microsoft.com/office/drawing/2014/main" id="{756A18DD-DC65-5AF7-B866-E5A904DA29D1}"/>
                </a:ext>
              </a:extLst>
            </p:cNvPr>
            <p:cNvSpPr/>
            <p:nvPr/>
          </p:nvSpPr>
          <p:spPr>
            <a:xfrm>
              <a:off x="868680" y="5074920"/>
              <a:ext cx="3611880" cy="640080"/>
            </a:xfrm>
            <a:prstGeom prst="rect">
              <a:avLst/>
            </a:prstGeom>
            <a:noFill/>
            <a:ln/>
          </p:spPr>
          <p:txBody>
            <a:bodyPr wrap="square" rtlCol="0" anchor="ctr"/>
            <a:lstStyle/>
            <a:p>
              <a:pPr marL="0" indent="0" algn="ctr">
                <a:buNone/>
              </a:pPr>
              <a:r>
                <a:rPr lang="en-US" sz="1150" dirty="0">
                  <a:solidFill>
                    <a:srgbClr val="4A6072"/>
                  </a:solidFill>
                  <a:latin typeface="Arial" pitchFamily="34" charset="0"/>
                  <a:ea typeface="Arial" pitchFamily="34" charset="-122"/>
                  <a:cs typeface="Arial" pitchFamily="34" charset="-120"/>
                </a:rPr>
                <a:t>Khung trái (40%) · chỉ hiển thị bản đồ — cố định mọi chế độ</a:t>
              </a:r>
              <a:endParaRPr lang="en-US" sz="1150" dirty="0"/>
            </a:p>
          </p:txBody>
        </p:sp>
        <p:sp>
          <p:nvSpPr>
            <p:cNvPr id="10" name="Shape 6">
              <a:extLst>
                <a:ext uri="{FF2B5EF4-FFF2-40B4-BE49-F238E27FC236}">
                  <a16:creationId xmlns:a16="http://schemas.microsoft.com/office/drawing/2014/main" id="{1119BC97-430D-C0F4-61FD-6AD9EE6BB755}"/>
                </a:ext>
              </a:extLst>
            </p:cNvPr>
            <p:cNvSpPr/>
            <p:nvPr/>
          </p:nvSpPr>
          <p:spPr>
            <a:xfrm>
              <a:off x="5074920" y="1371600"/>
              <a:ext cx="6583680" cy="960120"/>
            </a:xfrm>
            <a:prstGeom prst="roundRect">
              <a:avLst>
                <a:gd name="adj" fmla="val 9524"/>
              </a:avLst>
            </a:prstGeom>
            <a:solidFill>
              <a:srgbClr val="FFFFFF"/>
            </a:solidFill>
            <a:ln/>
            <a:effectLst>
              <a:outerShdw blurRad="63500" dist="25400" dir="5400000" algn="bl" rotWithShape="0">
                <a:srgbClr val="000000">
                  <a:alpha val="18000"/>
                </a:srgbClr>
              </a:outerShdw>
            </a:effectLst>
          </p:spPr>
        </p:sp>
        <p:sp>
          <p:nvSpPr>
            <p:cNvPr id="11" name="Text 7">
              <a:extLst>
                <a:ext uri="{FF2B5EF4-FFF2-40B4-BE49-F238E27FC236}">
                  <a16:creationId xmlns:a16="http://schemas.microsoft.com/office/drawing/2014/main" id="{4D3C4C42-148E-A02C-C34E-858FC90A7AB4}"/>
                </a:ext>
              </a:extLst>
            </p:cNvPr>
            <p:cNvSpPr/>
            <p:nvPr/>
          </p:nvSpPr>
          <p:spPr>
            <a:xfrm>
              <a:off x="5303520" y="1463040"/>
              <a:ext cx="6126480" cy="292608"/>
            </a:xfrm>
            <a:prstGeom prst="rect">
              <a:avLst/>
            </a:prstGeom>
            <a:noFill/>
            <a:ln/>
          </p:spPr>
          <p:txBody>
            <a:bodyPr wrap="square" rtlCol="0" anchor="ctr"/>
            <a:lstStyle/>
            <a:p>
              <a:pPr marL="0" indent="0">
                <a:buNone/>
              </a:pPr>
              <a:r>
                <a:rPr lang="en-US" sz="1200" b="1" dirty="0">
                  <a:solidFill>
                    <a:srgbClr val="7A6A60"/>
                  </a:solidFill>
                  <a:latin typeface="Arial" pitchFamily="34" charset="0"/>
                  <a:ea typeface="Arial" pitchFamily="34" charset="-122"/>
                  <a:cs typeface="Arial" pitchFamily="34" charset="-120"/>
                </a:rPr>
                <a:t>Thanh chọn chế độ (cố định)</a:t>
              </a:r>
              <a:endParaRPr lang="en-US" sz="1200" dirty="0"/>
            </a:p>
          </p:txBody>
        </p:sp>
        <p:sp>
          <p:nvSpPr>
            <p:cNvPr id="12" name="Shape 8">
              <a:extLst>
                <a:ext uri="{FF2B5EF4-FFF2-40B4-BE49-F238E27FC236}">
                  <a16:creationId xmlns:a16="http://schemas.microsoft.com/office/drawing/2014/main" id="{9840578A-F963-9235-6A61-F6FDB9DCC98B}"/>
                </a:ext>
              </a:extLst>
            </p:cNvPr>
            <p:cNvSpPr/>
            <p:nvPr/>
          </p:nvSpPr>
          <p:spPr>
            <a:xfrm>
              <a:off x="5303520" y="1810512"/>
              <a:ext cx="1207008" cy="384048"/>
            </a:xfrm>
            <a:prstGeom prst="roundRect">
              <a:avLst>
                <a:gd name="adj" fmla="val 14286"/>
              </a:avLst>
            </a:prstGeom>
            <a:solidFill>
              <a:srgbClr val="F0E8E0"/>
            </a:solidFill>
            <a:ln/>
          </p:spPr>
        </p:sp>
        <p:sp>
          <p:nvSpPr>
            <p:cNvPr id="13" name="Text 9">
              <a:extLst>
                <a:ext uri="{FF2B5EF4-FFF2-40B4-BE49-F238E27FC236}">
                  <a16:creationId xmlns:a16="http://schemas.microsoft.com/office/drawing/2014/main" id="{8E87BBC1-640D-0E01-85AF-C4BD0A034D16}"/>
                </a:ext>
              </a:extLst>
            </p:cNvPr>
            <p:cNvSpPr/>
            <p:nvPr/>
          </p:nvSpPr>
          <p:spPr>
            <a:xfrm>
              <a:off x="5303520" y="1810512"/>
              <a:ext cx="1207008" cy="384048"/>
            </a:xfrm>
            <a:prstGeom prst="rect">
              <a:avLst/>
            </a:prstGeom>
            <a:noFill/>
            <a:ln/>
          </p:spPr>
          <p:txBody>
            <a:bodyPr wrap="square" lIns="0" tIns="0" rIns="0" bIns="0" rtlCol="0" anchor="ctr"/>
            <a:lstStyle/>
            <a:p>
              <a:pPr marL="0" indent="0" algn="ctr">
                <a:buNone/>
              </a:pPr>
              <a:r>
                <a:rPr lang="en-US" sz="950" dirty="0">
                  <a:solidFill>
                    <a:srgbClr val="2A1A1A"/>
                  </a:solidFill>
                  <a:latin typeface="Arial" pitchFamily="34" charset="0"/>
                  <a:ea typeface="Arial" pitchFamily="34" charset="-122"/>
                  <a:cs typeface="Arial" pitchFamily="34" charset="-120"/>
                </a:rPr>
                <a:t>🏛️ Trang chủ</a:t>
              </a:r>
              <a:endParaRPr lang="en-US" sz="950" dirty="0"/>
            </a:p>
          </p:txBody>
        </p:sp>
        <p:sp>
          <p:nvSpPr>
            <p:cNvPr id="14" name="Shape 10">
              <a:extLst>
                <a:ext uri="{FF2B5EF4-FFF2-40B4-BE49-F238E27FC236}">
                  <a16:creationId xmlns:a16="http://schemas.microsoft.com/office/drawing/2014/main" id="{87604F01-3536-9F9D-4D30-B2EC4AE553D2}"/>
                </a:ext>
              </a:extLst>
            </p:cNvPr>
            <p:cNvSpPr/>
            <p:nvPr/>
          </p:nvSpPr>
          <p:spPr>
            <a:xfrm>
              <a:off x="6547104" y="1810512"/>
              <a:ext cx="1207008" cy="384048"/>
            </a:xfrm>
            <a:prstGeom prst="roundRect">
              <a:avLst>
                <a:gd name="adj" fmla="val 14286"/>
              </a:avLst>
            </a:prstGeom>
            <a:solidFill>
              <a:srgbClr val="8B1212"/>
            </a:solidFill>
            <a:ln/>
          </p:spPr>
        </p:sp>
        <p:sp>
          <p:nvSpPr>
            <p:cNvPr id="15" name="Text 11">
              <a:extLst>
                <a:ext uri="{FF2B5EF4-FFF2-40B4-BE49-F238E27FC236}">
                  <a16:creationId xmlns:a16="http://schemas.microsoft.com/office/drawing/2014/main" id="{6E11E6E9-CB2F-0DC4-E1A5-0AAF53DAC447}"/>
                </a:ext>
              </a:extLst>
            </p:cNvPr>
            <p:cNvSpPr/>
            <p:nvPr/>
          </p:nvSpPr>
          <p:spPr>
            <a:xfrm>
              <a:off x="6547104" y="1810512"/>
              <a:ext cx="1207008" cy="384048"/>
            </a:xfrm>
            <a:prstGeom prst="rect">
              <a:avLst/>
            </a:prstGeom>
            <a:noFill/>
            <a:ln/>
          </p:spPr>
          <p:txBody>
            <a:bodyPr wrap="square" lIns="0" tIns="0" rIns="0" bIns="0"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 Khám phá</a:t>
              </a:r>
              <a:endParaRPr lang="en-US" sz="950" dirty="0"/>
            </a:p>
          </p:txBody>
        </p:sp>
        <p:sp>
          <p:nvSpPr>
            <p:cNvPr id="16" name="Shape 12">
              <a:extLst>
                <a:ext uri="{FF2B5EF4-FFF2-40B4-BE49-F238E27FC236}">
                  <a16:creationId xmlns:a16="http://schemas.microsoft.com/office/drawing/2014/main" id="{B3E7CE30-E435-3FDE-FC91-F4EC0853F352}"/>
                </a:ext>
              </a:extLst>
            </p:cNvPr>
            <p:cNvSpPr/>
            <p:nvPr/>
          </p:nvSpPr>
          <p:spPr>
            <a:xfrm>
              <a:off x="7790688" y="1810512"/>
              <a:ext cx="1207008" cy="384048"/>
            </a:xfrm>
            <a:prstGeom prst="roundRect">
              <a:avLst>
                <a:gd name="adj" fmla="val 14286"/>
              </a:avLst>
            </a:prstGeom>
            <a:solidFill>
              <a:srgbClr val="F0E8E0"/>
            </a:solidFill>
            <a:ln/>
          </p:spPr>
        </p:sp>
        <p:sp>
          <p:nvSpPr>
            <p:cNvPr id="17" name="Text 13">
              <a:extLst>
                <a:ext uri="{FF2B5EF4-FFF2-40B4-BE49-F238E27FC236}">
                  <a16:creationId xmlns:a16="http://schemas.microsoft.com/office/drawing/2014/main" id="{59E28C7A-2244-4D0D-648B-161F58CB987A}"/>
                </a:ext>
              </a:extLst>
            </p:cNvPr>
            <p:cNvSpPr/>
            <p:nvPr/>
          </p:nvSpPr>
          <p:spPr>
            <a:xfrm>
              <a:off x="7790688" y="1810512"/>
              <a:ext cx="1207008" cy="384048"/>
            </a:xfrm>
            <a:prstGeom prst="rect">
              <a:avLst/>
            </a:prstGeom>
            <a:noFill/>
            <a:ln/>
          </p:spPr>
          <p:txBody>
            <a:bodyPr wrap="square" lIns="0" tIns="0" rIns="0" bIns="0" rtlCol="0" anchor="ctr"/>
            <a:lstStyle/>
            <a:p>
              <a:pPr marL="0" indent="0" algn="ctr">
                <a:buNone/>
              </a:pPr>
              <a:r>
                <a:rPr lang="en-US" sz="950" dirty="0">
                  <a:solidFill>
                    <a:srgbClr val="2A1A1A"/>
                  </a:solidFill>
                  <a:latin typeface="Arial" pitchFamily="34" charset="0"/>
                  <a:ea typeface="Arial" pitchFamily="34" charset="-122"/>
                  <a:cs typeface="Arial" pitchFamily="34" charset="-120"/>
                </a:rPr>
                <a:t>📅 Giai đoạn</a:t>
              </a:r>
              <a:endParaRPr lang="en-US" sz="950" dirty="0"/>
            </a:p>
          </p:txBody>
        </p:sp>
        <p:sp>
          <p:nvSpPr>
            <p:cNvPr id="18" name="Shape 14">
              <a:extLst>
                <a:ext uri="{FF2B5EF4-FFF2-40B4-BE49-F238E27FC236}">
                  <a16:creationId xmlns:a16="http://schemas.microsoft.com/office/drawing/2014/main" id="{A2132496-9C6B-D10D-3783-015A666D7F60}"/>
                </a:ext>
              </a:extLst>
            </p:cNvPr>
            <p:cNvSpPr/>
            <p:nvPr/>
          </p:nvSpPr>
          <p:spPr>
            <a:xfrm>
              <a:off x="9034272" y="1810512"/>
              <a:ext cx="1207008" cy="384048"/>
            </a:xfrm>
            <a:prstGeom prst="roundRect">
              <a:avLst>
                <a:gd name="adj" fmla="val 14286"/>
              </a:avLst>
            </a:prstGeom>
            <a:solidFill>
              <a:srgbClr val="F0E8E0"/>
            </a:solidFill>
            <a:ln/>
          </p:spPr>
        </p:sp>
        <p:sp>
          <p:nvSpPr>
            <p:cNvPr id="19" name="Text 15">
              <a:extLst>
                <a:ext uri="{FF2B5EF4-FFF2-40B4-BE49-F238E27FC236}">
                  <a16:creationId xmlns:a16="http://schemas.microsoft.com/office/drawing/2014/main" id="{63D5EC6A-4874-B6B0-8B63-81A5EE61FB05}"/>
                </a:ext>
              </a:extLst>
            </p:cNvPr>
            <p:cNvSpPr/>
            <p:nvPr/>
          </p:nvSpPr>
          <p:spPr>
            <a:xfrm>
              <a:off x="9034272" y="1810512"/>
              <a:ext cx="1207008" cy="384048"/>
            </a:xfrm>
            <a:prstGeom prst="rect">
              <a:avLst/>
            </a:prstGeom>
            <a:noFill/>
            <a:ln/>
          </p:spPr>
          <p:txBody>
            <a:bodyPr wrap="square" lIns="0" tIns="0" rIns="0" bIns="0" rtlCol="0" anchor="ctr"/>
            <a:lstStyle/>
            <a:p>
              <a:pPr marL="0" indent="0" algn="ctr">
                <a:buNone/>
              </a:pPr>
              <a:r>
                <a:rPr lang="en-US" sz="950" dirty="0">
                  <a:solidFill>
                    <a:srgbClr val="2A1A1A"/>
                  </a:solidFill>
                  <a:latin typeface="Arial" pitchFamily="34" charset="0"/>
                  <a:ea typeface="Arial" pitchFamily="34" charset="-122"/>
                  <a:cs typeface="Arial" pitchFamily="34" charset="-120"/>
                </a:rPr>
                <a:t>🧭 Hành trình</a:t>
              </a:r>
              <a:endParaRPr lang="en-US" sz="950" dirty="0"/>
            </a:p>
          </p:txBody>
        </p:sp>
        <p:sp>
          <p:nvSpPr>
            <p:cNvPr id="20" name="Shape 16">
              <a:extLst>
                <a:ext uri="{FF2B5EF4-FFF2-40B4-BE49-F238E27FC236}">
                  <a16:creationId xmlns:a16="http://schemas.microsoft.com/office/drawing/2014/main" id="{AA9D1D38-388C-067D-FDBE-69A1A1A9C6B7}"/>
                </a:ext>
              </a:extLst>
            </p:cNvPr>
            <p:cNvSpPr/>
            <p:nvPr/>
          </p:nvSpPr>
          <p:spPr>
            <a:xfrm>
              <a:off x="10277856" y="1810512"/>
              <a:ext cx="1207008" cy="384048"/>
            </a:xfrm>
            <a:prstGeom prst="roundRect">
              <a:avLst>
                <a:gd name="adj" fmla="val 14286"/>
              </a:avLst>
            </a:prstGeom>
            <a:solidFill>
              <a:srgbClr val="F0E8E0"/>
            </a:solidFill>
            <a:ln/>
          </p:spPr>
        </p:sp>
        <p:sp>
          <p:nvSpPr>
            <p:cNvPr id="21" name="Text 17">
              <a:extLst>
                <a:ext uri="{FF2B5EF4-FFF2-40B4-BE49-F238E27FC236}">
                  <a16:creationId xmlns:a16="http://schemas.microsoft.com/office/drawing/2014/main" id="{6D059216-17F1-E05C-67F6-77E6BE65487D}"/>
                </a:ext>
              </a:extLst>
            </p:cNvPr>
            <p:cNvSpPr/>
            <p:nvPr/>
          </p:nvSpPr>
          <p:spPr>
            <a:xfrm>
              <a:off x="10277856" y="1810512"/>
              <a:ext cx="1207008" cy="384048"/>
            </a:xfrm>
            <a:prstGeom prst="rect">
              <a:avLst/>
            </a:prstGeom>
            <a:noFill/>
            <a:ln/>
          </p:spPr>
          <p:txBody>
            <a:bodyPr wrap="square" lIns="0" tIns="0" rIns="0" bIns="0" rtlCol="0" anchor="ctr"/>
            <a:lstStyle/>
            <a:p>
              <a:pPr marL="0" indent="0" algn="ctr">
                <a:buNone/>
              </a:pPr>
              <a:r>
                <a:rPr lang="en-US" sz="950" dirty="0">
                  <a:solidFill>
                    <a:srgbClr val="2A1A1A"/>
                  </a:solidFill>
                  <a:latin typeface="Arial" pitchFamily="34" charset="0"/>
                  <a:ea typeface="Arial" pitchFamily="34" charset="-122"/>
                  <a:cs typeface="Arial" pitchFamily="34" charset="-120"/>
                </a:rPr>
                <a:t>🎯 Hỏi đáp</a:t>
              </a:r>
              <a:endParaRPr lang="en-US" sz="950" dirty="0"/>
            </a:p>
          </p:txBody>
        </p:sp>
        <p:sp>
          <p:nvSpPr>
            <p:cNvPr id="22" name="Shape 18">
              <a:extLst>
                <a:ext uri="{FF2B5EF4-FFF2-40B4-BE49-F238E27FC236}">
                  <a16:creationId xmlns:a16="http://schemas.microsoft.com/office/drawing/2014/main" id="{5CDC9B25-48B4-EF01-ACBA-CFBB8DC99051}"/>
                </a:ext>
              </a:extLst>
            </p:cNvPr>
            <p:cNvSpPr/>
            <p:nvPr/>
          </p:nvSpPr>
          <p:spPr>
            <a:xfrm>
              <a:off x="5074920" y="2468880"/>
              <a:ext cx="6583680" cy="3657600"/>
            </a:xfrm>
            <a:prstGeom prst="roundRect">
              <a:avLst>
                <a:gd name="adj" fmla="val 2500"/>
              </a:avLst>
            </a:prstGeom>
            <a:solidFill>
              <a:srgbClr val="FFFFFF"/>
            </a:solidFill>
            <a:ln/>
            <a:effectLst>
              <a:outerShdw blurRad="63500" dist="25400" dir="5400000" algn="bl" rotWithShape="0">
                <a:srgbClr val="000000">
                  <a:alpha val="18000"/>
                </a:srgbClr>
              </a:outerShdw>
            </a:effectLst>
          </p:spPr>
        </p:sp>
        <p:sp>
          <p:nvSpPr>
            <p:cNvPr id="23" name="Text 19">
              <a:extLst>
                <a:ext uri="{FF2B5EF4-FFF2-40B4-BE49-F238E27FC236}">
                  <a16:creationId xmlns:a16="http://schemas.microsoft.com/office/drawing/2014/main" id="{ED877289-D5DB-9DA0-D45A-DA83AC65E404}"/>
                </a:ext>
              </a:extLst>
            </p:cNvPr>
            <p:cNvSpPr/>
            <p:nvPr/>
          </p:nvSpPr>
          <p:spPr>
            <a:xfrm>
              <a:off x="5349240" y="2651760"/>
              <a:ext cx="6035040" cy="365760"/>
            </a:xfrm>
            <a:prstGeom prst="rect">
              <a:avLst/>
            </a:prstGeom>
            <a:noFill/>
            <a:ln/>
          </p:spPr>
          <p:txBody>
            <a:bodyPr wrap="square" rtlCol="0" anchor="ctr"/>
            <a:lstStyle/>
            <a:p>
              <a:pPr marL="0" indent="0">
                <a:buNone/>
              </a:pPr>
              <a:r>
                <a:rPr lang="en-US" sz="1600" b="1" dirty="0">
                  <a:solidFill>
                    <a:srgbClr val="8B1212"/>
                  </a:solidFill>
                  <a:latin typeface="Cambria" pitchFamily="34" charset="0"/>
                  <a:ea typeface="Cambria" pitchFamily="34" charset="-122"/>
                  <a:cs typeface="Cambria" pitchFamily="34" charset="-120"/>
                </a:rPr>
                <a:t>Panel thông tin — thay đổi theo từng chế độ</a:t>
              </a:r>
              <a:endParaRPr lang="en-US" sz="1600" dirty="0"/>
            </a:p>
          </p:txBody>
        </p:sp>
        <p:sp>
          <p:nvSpPr>
            <p:cNvPr id="24" name="Text 20">
              <a:extLst>
                <a:ext uri="{FF2B5EF4-FFF2-40B4-BE49-F238E27FC236}">
                  <a16:creationId xmlns:a16="http://schemas.microsoft.com/office/drawing/2014/main" id="{037453B4-9AE4-1805-0982-A39A271B282F}"/>
                </a:ext>
              </a:extLst>
            </p:cNvPr>
            <p:cNvSpPr/>
            <p:nvPr/>
          </p:nvSpPr>
          <p:spPr>
            <a:xfrm>
              <a:off x="5440680" y="3200400"/>
              <a:ext cx="6035040" cy="2743200"/>
            </a:xfrm>
            <a:prstGeom prst="rect">
              <a:avLst/>
            </a:prstGeom>
            <a:noFill/>
            <a:ln/>
          </p:spPr>
          <p:txBody>
            <a:bodyPr wrap="square" rtlCol="0" anchor="t"/>
            <a:lstStyle/>
            <a:p>
              <a:pPr marL="342900" indent="-342900">
                <a:spcAft>
                  <a:spcPts val="900"/>
                </a:spcAft>
                <a:buSzPct val="100000"/>
                <a:buChar char="•"/>
              </a:pPr>
              <a:r>
                <a:rPr lang="en-US" dirty="0">
                  <a:solidFill>
                    <a:srgbClr val="2A1A1A"/>
                  </a:solidFill>
                  <a:latin typeface="Arial" pitchFamily="34" charset="0"/>
                  <a:ea typeface="Arial" pitchFamily="34" charset="-122"/>
                  <a:cs typeface="Arial" pitchFamily="34" charset="-120"/>
                </a:rPr>
                <a:t>Khung trái luôn là bản đồ; khung </a:t>
              </a:r>
              <a:r>
                <a:rPr lang="en-US">
                  <a:solidFill>
                    <a:srgbClr val="2A1A1A"/>
                  </a:solidFill>
                  <a:latin typeface="Arial" pitchFamily="34" charset="0"/>
                  <a:ea typeface="Arial" pitchFamily="34" charset="-122"/>
                  <a:cs typeface="Arial" pitchFamily="34" charset="-120"/>
                </a:rPr>
                <a:t>phải thay đổi nội dung và hành vi của bản đồ theo chế độ</a:t>
              </a:r>
              <a:endParaRPr lang="en-US" dirty="0"/>
            </a:p>
            <a:p>
              <a:pPr marL="342900" indent="-342900">
                <a:spcAft>
                  <a:spcPts val="900"/>
                </a:spcAft>
                <a:buSzPct val="100000"/>
                <a:buChar char="•"/>
              </a:pPr>
              <a:r>
                <a:rPr lang="en-US" dirty="0">
                  <a:solidFill>
                    <a:srgbClr val="2A1A1A"/>
                  </a:solidFill>
                  <a:latin typeface="Arial" pitchFamily="34" charset="0"/>
                  <a:ea typeface="Arial" pitchFamily="34" charset="-122"/>
                  <a:cs typeface="Arial" pitchFamily="34" charset="-120"/>
                </a:rPr>
                <a:t>Thanh chế độ luôn hiển </a:t>
              </a:r>
              <a:r>
                <a:rPr lang="en-US">
                  <a:solidFill>
                    <a:srgbClr val="2A1A1A"/>
                  </a:solidFill>
                  <a:latin typeface="Arial" pitchFamily="34" charset="0"/>
                  <a:ea typeface="Arial" pitchFamily="34" charset="-122"/>
                  <a:cs typeface="Arial" pitchFamily="34" charset="-120"/>
                </a:rPr>
                <a:t>thị → người dùng có thể chủ động học tập</a:t>
              </a:r>
              <a:endParaRPr lang="en-US" dirty="0"/>
            </a:p>
            <a:p>
              <a:pPr marL="342900" indent="-342900">
                <a:buSzPct val="100000"/>
                <a:buChar char="•"/>
              </a:pPr>
              <a:r>
                <a:rPr lang="en-US">
                  <a:solidFill>
                    <a:srgbClr val="2A1A1A"/>
                  </a:solidFill>
                  <a:latin typeface="Arial" pitchFamily="34" charset="0"/>
                  <a:ea typeface="Arial" pitchFamily="34" charset="-122"/>
                  <a:cs typeface="Arial" pitchFamily="34" charset="-120"/>
                </a:rPr>
                <a:t>Bố cục 40/60</a:t>
              </a:r>
              <a:endParaRPr lang="en-US" dirty="0"/>
            </a:p>
          </p:txBody>
        </p:sp>
      </p:grpSp>
      <p:cxnSp>
        <p:nvCxnSpPr>
          <p:cNvPr id="30" name="Straight Connector 29">
            <a:extLst>
              <a:ext uri="{FF2B5EF4-FFF2-40B4-BE49-F238E27FC236}">
                <a16:creationId xmlns:a16="http://schemas.microsoft.com/office/drawing/2014/main" id="{CCF8AD00-E880-42B5-E9A1-77F0D920A74F}"/>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
        <p:nvSpPr>
          <p:cNvPr id="33" name="Text 0">
            <a:extLst>
              <a:ext uri="{FF2B5EF4-FFF2-40B4-BE49-F238E27FC236}">
                <a16:creationId xmlns:a16="http://schemas.microsoft.com/office/drawing/2014/main" id="{98171279-C5BD-8C9D-BA86-829AB5AA584B}"/>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34" name="TextBox 33">
            <a:extLst>
              <a:ext uri="{FF2B5EF4-FFF2-40B4-BE49-F238E27FC236}">
                <a16:creationId xmlns:a16="http://schemas.microsoft.com/office/drawing/2014/main" id="{53730F01-C5DD-A46D-83C6-DBC95A048561}"/>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Tree>
    <p:extLst>
      <p:ext uri="{BB962C8B-B14F-4D97-AF65-F5344CB8AC3E}">
        <p14:creationId xmlns:p14="http://schemas.microsoft.com/office/powerpoint/2010/main" val="297276700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8F044F5E-459A-879E-5007-BCBE153C75BA}"/>
            </a:ext>
          </a:extLst>
        </p:cNvPr>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480D0049-65A9-B353-5583-E7FA1673356E}"/>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498BDF93-6B5E-C94B-7598-F550D0572204}"/>
              </a:ext>
            </a:extLst>
          </p:cNvPr>
          <p:cNvGrpSpPr/>
          <p:nvPr/>
        </p:nvGrpSpPr>
        <p:grpSpPr>
          <a:xfrm>
            <a:off x="548792" y="1857742"/>
            <a:ext cx="11094415" cy="4297680"/>
            <a:chOff x="548640" y="1554480"/>
            <a:chExt cx="11094415" cy="4297680"/>
          </a:xfrm>
        </p:grpSpPr>
        <p:sp>
          <p:nvSpPr>
            <p:cNvPr id="25" name="Shape 1">
              <a:extLst>
                <a:ext uri="{FF2B5EF4-FFF2-40B4-BE49-F238E27FC236}">
                  <a16:creationId xmlns:a16="http://schemas.microsoft.com/office/drawing/2014/main" id="{35C0095F-131C-0264-13AB-9574830630AD}"/>
                </a:ext>
              </a:extLst>
            </p:cNvPr>
            <p:cNvSpPr/>
            <p:nvPr/>
          </p:nvSpPr>
          <p:spPr>
            <a:xfrm>
              <a:off x="548640" y="1554480"/>
              <a:ext cx="1999427" cy="4297680"/>
            </a:xfrm>
            <a:prstGeom prst="roundRect">
              <a:avLst>
                <a:gd name="adj" fmla="val 4573"/>
              </a:avLst>
            </a:prstGeom>
            <a:gradFill>
              <a:gsLst>
                <a:gs pos="39000">
                  <a:schemeClr val="accent1">
                    <a:lumMod val="5000"/>
                    <a:lumOff val="95000"/>
                  </a:schemeClr>
                </a:gs>
                <a:gs pos="100000">
                  <a:srgbClr val="8B1212"/>
                </a:gs>
              </a:gsLst>
              <a:lin ang="5400000" scaled="1"/>
            </a:gradFill>
            <a:ln/>
            <a:effectLst>
              <a:outerShdw blurRad="101600" dist="38100" dir="5400000" algn="bl" rotWithShape="0">
                <a:srgbClr val="000000">
                  <a:alpha val="18000"/>
                </a:srgbClr>
              </a:outerShdw>
            </a:effectLst>
          </p:spPr>
        </p:sp>
        <p:sp>
          <p:nvSpPr>
            <p:cNvPr id="26" name="Text 2">
              <a:extLst>
                <a:ext uri="{FF2B5EF4-FFF2-40B4-BE49-F238E27FC236}">
                  <a16:creationId xmlns:a16="http://schemas.microsoft.com/office/drawing/2014/main" id="{BA4DA76C-15AF-86B6-8122-A69B80519059}"/>
                </a:ext>
              </a:extLst>
            </p:cNvPr>
            <p:cNvSpPr/>
            <p:nvPr/>
          </p:nvSpPr>
          <p:spPr>
            <a:xfrm>
              <a:off x="548640" y="1783080"/>
              <a:ext cx="1999427" cy="457200"/>
            </a:xfrm>
            <a:prstGeom prst="rect">
              <a:avLst/>
            </a:prstGeom>
            <a:noFill/>
            <a:ln/>
          </p:spPr>
          <p:txBody>
            <a:bodyPr wrap="square" rtlCol="0" anchor="ctr"/>
            <a:lstStyle/>
            <a:p>
              <a:pPr marL="0" indent="0" algn="ctr">
                <a:buNone/>
              </a:pPr>
              <a:r>
                <a:rPr lang="en-US" sz="2000" b="1" dirty="0">
                  <a:solidFill>
                    <a:srgbClr val="AE4E22"/>
                  </a:solidFill>
                  <a:latin typeface="Cambria" pitchFamily="34" charset="0"/>
                  <a:ea typeface="Cambria" pitchFamily="34" charset="-122"/>
                  <a:cs typeface="Cambria" pitchFamily="34" charset="-120"/>
                </a:rPr>
                <a:t>01</a:t>
              </a:r>
              <a:endParaRPr lang="en-US" sz="2000" dirty="0">
                <a:solidFill>
                  <a:srgbClr val="AE4E22"/>
                </a:solidFill>
              </a:endParaRPr>
            </a:p>
          </p:txBody>
        </p:sp>
        <p:sp>
          <p:nvSpPr>
            <p:cNvPr id="31" name="Shape 3">
              <a:extLst>
                <a:ext uri="{FF2B5EF4-FFF2-40B4-BE49-F238E27FC236}">
                  <a16:creationId xmlns:a16="http://schemas.microsoft.com/office/drawing/2014/main" id="{92CEA834-40F1-99F1-E2FA-9FBB431E6394}"/>
                </a:ext>
              </a:extLst>
            </p:cNvPr>
            <p:cNvSpPr/>
            <p:nvPr/>
          </p:nvSpPr>
          <p:spPr>
            <a:xfrm>
              <a:off x="1091154" y="2331720"/>
              <a:ext cx="914400" cy="914400"/>
            </a:xfrm>
            <a:prstGeom prst="ellipse">
              <a:avLst/>
            </a:prstGeom>
            <a:solidFill>
              <a:srgbClr val="8B1212"/>
            </a:solidFill>
            <a:ln/>
            <a:effectLst>
              <a:outerShdw blurRad="76200" dist="25400" dir="5400000" algn="bl" rotWithShape="0">
                <a:srgbClr val="000000">
                  <a:alpha val="16000"/>
                </a:srgbClr>
              </a:outerShdw>
            </a:effectLst>
          </p:spPr>
        </p:sp>
        <p:pic>
          <p:nvPicPr>
            <p:cNvPr id="32" name="Image 0" descr="preencoded.png">
              <a:extLst>
                <a:ext uri="{FF2B5EF4-FFF2-40B4-BE49-F238E27FC236}">
                  <a16:creationId xmlns:a16="http://schemas.microsoft.com/office/drawing/2014/main" id="{13BC5599-C63E-362C-EC82-126EDED8AD86}"/>
                </a:ext>
              </a:extLst>
            </p:cNvPr>
            <p:cNvPicPr>
              <a:picLocks noChangeAspect="1"/>
            </p:cNvPicPr>
            <p:nvPr/>
          </p:nvPicPr>
          <p:blipFill>
            <a:blip r:embed="rId3"/>
            <a:stretch>
              <a:fillRect/>
            </a:stretch>
          </p:blipFill>
          <p:spPr>
            <a:xfrm>
              <a:off x="1319754" y="2560320"/>
              <a:ext cx="457200" cy="457200"/>
            </a:xfrm>
            <a:prstGeom prst="rect">
              <a:avLst/>
            </a:prstGeom>
          </p:spPr>
        </p:pic>
        <p:sp>
          <p:nvSpPr>
            <p:cNvPr id="33" name="Text 4">
              <a:extLst>
                <a:ext uri="{FF2B5EF4-FFF2-40B4-BE49-F238E27FC236}">
                  <a16:creationId xmlns:a16="http://schemas.microsoft.com/office/drawing/2014/main" id="{236C8CDF-A6DC-94BF-188F-2FE9632527A8}"/>
                </a:ext>
              </a:extLst>
            </p:cNvPr>
            <p:cNvSpPr/>
            <p:nvPr/>
          </p:nvSpPr>
          <p:spPr>
            <a:xfrm>
              <a:off x="548640" y="3383280"/>
              <a:ext cx="1999427" cy="45720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Trang chủ</a:t>
              </a:r>
              <a:endParaRPr lang="en-US" dirty="0"/>
            </a:p>
          </p:txBody>
        </p:sp>
        <p:sp>
          <p:nvSpPr>
            <p:cNvPr id="34" name="Text 5">
              <a:extLst>
                <a:ext uri="{FF2B5EF4-FFF2-40B4-BE49-F238E27FC236}">
                  <a16:creationId xmlns:a16="http://schemas.microsoft.com/office/drawing/2014/main" id="{CA25F70B-EDEA-C7BB-D8C8-7A91635F0CAB}"/>
                </a:ext>
              </a:extLst>
            </p:cNvPr>
            <p:cNvSpPr/>
            <p:nvPr/>
          </p:nvSpPr>
          <p:spPr>
            <a:xfrm>
              <a:off x="685800" y="3886200"/>
              <a:ext cx="1725107" cy="173736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Thơ “Nam quốc sơn hà” – tuyên ngôn độc lập đầu tiên</a:t>
              </a:r>
              <a:endParaRPr lang="en-US" sz="1600" dirty="0"/>
            </a:p>
          </p:txBody>
        </p:sp>
        <p:sp>
          <p:nvSpPr>
            <p:cNvPr id="35" name="Shape 6">
              <a:extLst>
                <a:ext uri="{FF2B5EF4-FFF2-40B4-BE49-F238E27FC236}">
                  <a16:creationId xmlns:a16="http://schemas.microsoft.com/office/drawing/2014/main" id="{3D445DCE-17A9-A110-1C9D-AE734987CFC3}"/>
                </a:ext>
              </a:extLst>
            </p:cNvPr>
            <p:cNvSpPr/>
            <p:nvPr/>
          </p:nvSpPr>
          <p:spPr>
            <a:xfrm>
              <a:off x="2822387" y="1554480"/>
              <a:ext cx="1999427" cy="4297680"/>
            </a:xfrm>
            <a:prstGeom prst="roundRect">
              <a:avLst>
                <a:gd name="adj" fmla="val 4573"/>
              </a:avLst>
            </a:prstGeom>
            <a:gradFill>
              <a:gsLst>
                <a:gs pos="39000">
                  <a:schemeClr val="accent1">
                    <a:lumMod val="5000"/>
                    <a:lumOff val="95000"/>
                  </a:schemeClr>
                </a:gs>
                <a:gs pos="100000">
                  <a:srgbClr val="8B1212"/>
                </a:gs>
              </a:gsLst>
              <a:lin ang="5400000" scaled="1"/>
            </a:gradFill>
            <a:ln/>
            <a:effectLst>
              <a:outerShdw blurRad="101600" dist="38100" dir="5400000" algn="bl" rotWithShape="0">
                <a:srgbClr val="000000">
                  <a:alpha val="18000"/>
                </a:srgbClr>
              </a:outerShdw>
            </a:effectLst>
          </p:spPr>
        </p:sp>
        <p:sp>
          <p:nvSpPr>
            <p:cNvPr id="36" name="Text 7">
              <a:extLst>
                <a:ext uri="{FF2B5EF4-FFF2-40B4-BE49-F238E27FC236}">
                  <a16:creationId xmlns:a16="http://schemas.microsoft.com/office/drawing/2014/main" id="{5941BC41-D952-3498-A46B-5292CD57D1E6}"/>
                </a:ext>
              </a:extLst>
            </p:cNvPr>
            <p:cNvSpPr/>
            <p:nvPr/>
          </p:nvSpPr>
          <p:spPr>
            <a:xfrm>
              <a:off x="2822387" y="1783080"/>
              <a:ext cx="1999427" cy="457200"/>
            </a:xfrm>
            <a:prstGeom prst="rect">
              <a:avLst/>
            </a:prstGeom>
            <a:noFill/>
            <a:ln/>
          </p:spPr>
          <p:txBody>
            <a:bodyPr wrap="square" rtlCol="0" anchor="ctr"/>
            <a:lstStyle/>
            <a:p>
              <a:pPr marL="0" indent="0" algn="ctr">
                <a:buNone/>
              </a:pPr>
              <a:r>
                <a:rPr lang="en-US" sz="2000" b="1" dirty="0">
                  <a:solidFill>
                    <a:srgbClr val="AE4E22"/>
                  </a:solidFill>
                  <a:latin typeface="Cambria" pitchFamily="34" charset="0"/>
                  <a:ea typeface="Cambria" pitchFamily="34" charset="-122"/>
                  <a:cs typeface="Cambria" pitchFamily="34" charset="-120"/>
                </a:rPr>
                <a:t>02</a:t>
              </a:r>
              <a:endParaRPr lang="en-US" sz="2000" dirty="0">
                <a:solidFill>
                  <a:srgbClr val="AE4E22"/>
                </a:solidFill>
              </a:endParaRPr>
            </a:p>
          </p:txBody>
        </p:sp>
        <p:sp>
          <p:nvSpPr>
            <p:cNvPr id="37" name="Shape 8">
              <a:extLst>
                <a:ext uri="{FF2B5EF4-FFF2-40B4-BE49-F238E27FC236}">
                  <a16:creationId xmlns:a16="http://schemas.microsoft.com/office/drawing/2014/main" id="{4E180BD4-9B60-5F4F-CA9E-ED236E7B36DC}"/>
                </a:ext>
              </a:extLst>
            </p:cNvPr>
            <p:cNvSpPr/>
            <p:nvPr/>
          </p:nvSpPr>
          <p:spPr>
            <a:xfrm>
              <a:off x="3364901" y="2331720"/>
              <a:ext cx="914400" cy="914400"/>
            </a:xfrm>
            <a:prstGeom prst="ellipse">
              <a:avLst/>
            </a:prstGeom>
            <a:solidFill>
              <a:srgbClr val="8B1212"/>
            </a:solidFill>
            <a:ln/>
            <a:effectLst>
              <a:outerShdw blurRad="76200" dist="25400" dir="5400000" algn="bl" rotWithShape="0">
                <a:srgbClr val="000000">
                  <a:alpha val="16000"/>
                </a:srgbClr>
              </a:outerShdw>
            </a:effectLst>
          </p:spPr>
        </p:sp>
        <p:pic>
          <p:nvPicPr>
            <p:cNvPr id="38" name="Image 1" descr="preencoded.png">
              <a:extLst>
                <a:ext uri="{FF2B5EF4-FFF2-40B4-BE49-F238E27FC236}">
                  <a16:creationId xmlns:a16="http://schemas.microsoft.com/office/drawing/2014/main" id="{268469EA-FE06-67D2-F926-E1C44567881C}"/>
                </a:ext>
              </a:extLst>
            </p:cNvPr>
            <p:cNvPicPr>
              <a:picLocks noChangeAspect="1"/>
            </p:cNvPicPr>
            <p:nvPr/>
          </p:nvPicPr>
          <p:blipFill>
            <a:blip r:embed="rId4"/>
            <a:stretch>
              <a:fillRect/>
            </a:stretch>
          </p:blipFill>
          <p:spPr>
            <a:xfrm>
              <a:off x="3593501" y="2560320"/>
              <a:ext cx="457200" cy="457200"/>
            </a:xfrm>
            <a:prstGeom prst="rect">
              <a:avLst/>
            </a:prstGeom>
          </p:spPr>
        </p:pic>
        <p:sp>
          <p:nvSpPr>
            <p:cNvPr id="39" name="Text 9">
              <a:extLst>
                <a:ext uri="{FF2B5EF4-FFF2-40B4-BE49-F238E27FC236}">
                  <a16:creationId xmlns:a16="http://schemas.microsoft.com/office/drawing/2014/main" id="{E2D6C5E4-1D75-D282-96A6-819BCC3662CB}"/>
                </a:ext>
              </a:extLst>
            </p:cNvPr>
            <p:cNvSpPr/>
            <p:nvPr/>
          </p:nvSpPr>
          <p:spPr>
            <a:xfrm>
              <a:off x="2822387" y="3383280"/>
              <a:ext cx="1999427" cy="45720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Khám phá</a:t>
              </a:r>
              <a:endParaRPr lang="en-US" dirty="0"/>
            </a:p>
          </p:txBody>
        </p:sp>
        <p:sp>
          <p:nvSpPr>
            <p:cNvPr id="40" name="Text 10">
              <a:extLst>
                <a:ext uri="{FF2B5EF4-FFF2-40B4-BE49-F238E27FC236}">
                  <a16:creationId xmlns:a16="http://schemas.microsoft.com/office/drawing/2014/main" id="{55A2DE49-74DF-F812-36FC-7010B0AAC1CF}"/>
                </a:ext>
              </a:extLst>
            </p:cNvPr>
            <p:cNvSpPr/>
            <p:nvPr/>
          </p:nvSpPr>
          <p:spPr>
            <a:xfrm>
              <a:off x="2959547" y="3886200"/>
              <a:ext cx="1725107" cy="173736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Click tỉnh xem lịch sử + thuyết minh + tư liệu</a:t>
              </a:r>
              <a:endParaRPr lang="en-US" sz="1600" dirty="0"/>
            </a:p>
          </p:txBody>
        </p:sp>
        <p:sp>
          <p:nvSpPr>
            <p:cNvPr id="41" name="Shape 11">
              <a:extLst>
                <a:ext uri="{FF2B5EF4-FFF2-40B4-BE49-F238E27FC236}">
                  <a16:creationId xmlns:a16="http://schemas.microsoft.com/office/drawing/2014/main" id="{640A19D6-6C69-5E2A-F5AE-15A593784349}"/>
                </a:ext>
              </a:extLst>
            </p:cNvPr>
            <p:cNvSpPr/>
            <p:nvPr/>
          </p:nvSpPr>
          <p:spPr>
            <a:xfrm>
              <a:off x="5096134" y="1554480"/>
              <a:ext cx="1999427" cy="4297680"/>
            </a:xfrm>
            <a:prstGeom prst="roundRect">
              <a:avLst>
                <a:gd name="adj" fmla="val 4573"/>
              </a:avLst>
            </a:prstGeom>
            <a:gradFill>
              <a:gsLst>
                <a:gs pos="39000">
                  <a:schemeClr val="accent1">
                    <a:lumMod val="5000"/>
                    <a:lumOff val="95000"/>
                  </a:schemeClr>
                </a:gs>
                <a:gs pos="100000">
                  <a:srgbClr val="8B1212"/>
                </a:gs>
              </a:gsLst>
              <a:lin ang="5400000" scaled="1"/>
            </a:gradFill>
            <a:ln/>
            <a:effectLst>
              <a:outerShdw blurRad="101600" dist="38100" dir="5400000" algn="bl" rotWithShape="0">
                <a:srgbClr val="000000">
                  <a:alpha val="18000"/>
                </a:srgbClr>
              </a:outerShdw>
            </a:effectLst>
          </p:spPr>
        </p:sp>
        <p:sp>
          <p:nvSpPr>
            <p:cNvPr id="42" name="Text 12">
              <a:extLst>
                <a:ext uri="{FF2B5EF4-FFF2-40B4-BE49-F238E27FC236}">
                  <a16:creationId xmlns:a16="http://schemas.microsoft.com/office/drawing/2014/main" id="{6C44DDD6-972A-F238-593A-FDF248ED2036}"/>
                </a:ext>
              </a:extLst>
            </p:cNvPr>
            <p:cNvSpPr/>
            <p:nvPr/>
          </p:nvSpPr>
          <p:spPr>
            <a:xfrm>
              <a:off x="5096134" y="1783080"/>
              <a:ext cx="1999427" cy="457200"/>
            </a:xfrm>
            <a:prstGeom prst="rect">
              <a:avLst/>
            </a:prstGeom>
            <a:noFill/>
            <a:ln/>
          </p:spPr>
          <p:txBody>
            <a:bodyPr wrap="square" rtlCol="0" anchor="ctr"/>
            <a:lstStyle/>
            <a:p>
              <a:pPr marL="0" indent="0" algn="ctr">
                <a:buNone/>
              </a:pPr>
              <a:r>
                <a:rPr lang="en-US" sz="2000" b="1" dirty="0">
                  <a:solidFill>
                    <a:srgbClr val="AE4E22"/>
                  </a:solidFill>
                  <a:latin typeface="Cambria" pitchFamily="34" charset="0"/>
                  <a:ea typeface="Cambria" pitchFamily="34" charset="-122"/>
                  <a:cs typeface="Cambria" pitchFamily="34" charset="-120"/>
                </a:rPr>
                <a:t>03</a:t>
              </a:r>
              <a:endParaRPr lang="en-US" sz="2000" dirty="0">
                <a:solidFill>
                  <a:srgbClr val="AE4E22"/>
                </a:solidFill>
              </a:endParaRPr>
            </a:p>
          </p:txBody>
        </p:sp>
        <p:sp>
          <p:nvSpPr>
            <p:cNvPr id="43" name="Shape 13">
              <a:extLst>
                <a:ext uri="{FF2B5EF4-FFF2-40B4-BE49-F238E27FC236}">
                  <a16:creationId xmlns:a16="http://schemas.microsoft.com/office/drawing/2014/main" id="{316500C5-F3A5-B7DE-D6C0-817712A8CF1E}"/>
                </a:ext>
              </a:extLst>
            </p:cNvPr>
            <p:cNvSpPr/>
            <p:nvPr/>
          </p:nvSpPr>
          <p:spPr>
            <a:xfrm>
              <a:off x="5638648" y="2331720"/>
              <a:ext cx="914400" cy="914400"/>
            </a:xfrm>
            <a:prstGeom prst="ellipse">
              <a:avLst/>
            </a:prstGeom>
            <a:solidFill>
              <a:srgbClr val="8B1212"/>
            </a:solidFill>
            <a:ln/>
            <a:effectLst>
              <a:outerShdw blurRad="76200" dist="25400" dir="5400000" algn="bl" rotWithShape="0">
                <a:srgbClr val="000000">
                  <a:alpha val="16000"/>
                </a:srgbClr>
              </a:outerShdw>
            </a:effectLst>
          </p:spPr>
        </p:sp>
        <p:pic>
          <p:nvPicPr>
            <p:cNvPr id="44" name="Image 2" descr="preencoded.png">
              <a:extLst>
                <a:ext uri="{FF2B5EF4-FFF2-40B4-BE49-F238E27FC236}">
                  <a16:creationId xmlns:a16="http://schemas.microsoft.com/office/drawing/2014/main" id="{F9235E79-F3BE-E16A-C4E3-A90EBD76CFFE}"/>
                </a:ext>
              </a:extLst>
            </p:cNvPr>
            <p:cNvPicPr>
              <a:picLocks noChangeAspect="1"/>
            </p:cNvPicPr>
            <p:nvPr/>
          </p:nvPicPr>
          <p:blipFill>
            <a:blip r:embed="rId5"/>
            <a:stretch>
              <a:fillRect/>
            </a:stretch>
          </p:blipFill>
          <p:spPr>
            <a:xfrm>
              <a:off x="5867248" y="2560320"/>
              <a:ext cx="457200" cy="457200"/>
            </a:xfrm>
            <a:prstGeom prst="rect">
              <a:avLst/>
            </a:prstGeom>
          </p:spPr>
        </p:pic>
        <p:sp>
          <p:nvSpPr>
            <p:cNvPr id="45" name="Text 14">
              <a:extLst>
                <a:ext uri="{FF2B5EF4-FFF2-40B4-BE49-F238E27FC236}">
                  <a16:creationId xmlns:a16="http://schemas.microsoft.com/office/drawing/2014/main" id="{D2C51121-1C62-21F0-27EA-11DF3F182DE2}"/>
                </a:ext>
              </a:extLst>
            </p:cNvPr>
            <p:cNvSpPr/>
            <p:nvPr/>
          </p:nvSpPr>
          <p:spPr>
            <a:xfrm>
              <a:off x="5096134" y="3383280"/>
              <a:ext cx="1999427" cy="45720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Giai đoạn</a:t>
              </a:r>
              <a:endParaRPr lang="en-US" dirty="0"/>
            </a:p>
          </p:txBody>
        </p:sp>
        <p:sp>
          <p:nvSpPr>
            <p:cNvPr id="46" name="Text 15">
              <a:extLst>
                <a:ext uri="{FF2B5EF4-FFF2-40B4-BE49-F238E27FC236}">
                  <a16:creationId xmlns:a16="http://schemas.microsoft.com/office/drawing/2014/main" id="{2C9BB30F-36BE-5121-E0AD-A579F4F1E583}"/>
                </a:ext>
              </a:extLst>
            </p:cNvPr>
            <p:cNvSpPr/>
            <p:nvPr/>
          </p:nvSpPr>
          <p:spPr>
            <a:xfrm>
              <a:off x="5233294" y="3886200"/>
              <a:ext cx="1725107" cy="173736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Bản đồ tô màu theo mật độ sự kiện 6 thời kỳ</a:t>
              </a:r>
              <a:endParaRPr lang="en-US" sz="1600" dirty="0"/>
            </a:p>
          </p:txBody>
        </p:sp>
        <p:sp>
          <p:nvSpPr>
            <p:cNvPr id="47" name="Shape 16">
              <a:extLst>
                <a:ext uri="{FF2B5EF4-FFF2-40B4-BE49-F238E27FC236}">
                  <a16:creationId xmlns:a16="http://schemas.microsoft.com/office/drawing/2014/main" id="{A18239CE-F130-01E6-48BF-3EDF769E84CE}"/>
                </a:ext>
              </a:extLst>
            </p:cNvPr>
            <p:cNvSpPr/>
            <p:nvPr/>
          </p:nvSpPr>
          <p:spPr>
            <a:xfrm>
              <a:off x="7369881" y="1554480"/>
              <a:ext cx="1999427" cy="4297680"/>
            </a:xfrm>
            <a:prstGeom prst="roundRect">
              <a:avLst>
                <a:gd name="adj" fmla="val 4573"/>
              </a:avLst>
            </a:prstGeom>
            <a:gradFill>
              <a:gsLst>
                <a:gs pos="39000">
                  <a:schemeClr val="accent1">
                    <a:lumMod val="5000"/>
                    <a:lumOff val="95000"/>
                  </a:schemeClr>
                </a:gs>
                <a:gs pos="100000">
                  <a:srgbClr val="8B1212"/>
                </a:gs>
              </a:gsLst>
              <a:lin ang="5400000" scaled="1"/>
            </a:gradFill>
            <a:ln/>
            <a:effectLst>
              <a:outerShdw blurRad="101600" dist="38100" dir="5400000" algn="bl" rotWithShape="0">
                <a:srgbClr val="000000">
                  <a:alpha val="18000"/>
                </a:srgbClr>
              </a:outerShdw>
            </a:effectLst>
          </p:spPr>
        </p:sp>
        <p:sp>
          <p:nvSpPr>
            <p:cNvPr id="48" name="Text 17">
              <a:extLst>
                <a:ext uri="{FF2B5EF4-FFF2-40B4-BE49-F238E27FC236}">
                  <a16:creationId xmlns:a16="http://schemas.microsoft.com/office/drawing/2014/main" id="{BBA9CFE1-AECC-E5BA-C2BC-28BD78D988E0}"/>
                </a:ext>
              </a:extLst>
            </p:cNvPr>
            <p:cNvSpPr/>
            <p:nvPr/>
          </p:nvSpPr>
          <p:spPr>
            <a:xfrm>
              <a:off x="7369881" y="1783080"/>
              <a:ext cx="1999427" cy="457200"/>
            </a:xfrm>
            <a:prstGeom prst="rect">
              <a:avLst/>
            </a:prstGeom>
            <a:noFill/>
            <a:ln/>
          </p:spPr>
          <p:txBody>
            <a:bodyPr wrap="square" rtlCol="0" anchor="ctr"/>
            <a:lstStyle/>
            <a:p>
              <a:pPr marL="0" indent="0" algn="ctr">
                <a:buNone/>
              </a:pPr>
              <a:r>
                <a:rPr lang="en-US" sz="2000" b="1" dirty="0">
                  <a:solidFill>
                    <a:srgbClr val="AE4E22"/>
                  </a:solidFill>
                  <a:latin typeface="Cambria" pitchFamily="34" charset="0"/>
                  <a:ea typeface="Cambria" pitchFamily="34" charset="-122"/>
                  <a:cs typeface="Cambria" pitchFamily="34" charset="-120"/>
                </a:rPr>
                <a:t>04</a:t>
              </a:r>
              <a:endParaRPr lang="en-US" sz="2000" dirty="0">
                <a:solidFill>
                  <a:srgbClr val="AE4E22"/>
                </a:solidFill>
              </a:endParaRPr>
            </a:p>
          </p:txBody>
        </p:sp>
        <p:sp>
          <p:nvSpPr>
            <p:cNvPr id="49" name="Shape 18">
              <a:extLst>
                <a:ext uri="{FF2B5EF4-FFF2-40B4-BE49-F238E27FC236}">
                  <a16:creationId xmlns:a16="http://schemas.microsoft.com/office/drawing/2014/main" id="{8197F6C0-A90C-EE90-74E5-496C3722550F}"/>
                </a:ext>
              </a:extLst>
            </p:cNvPr>
            <p:cNvSpPr/>
            <p:nvPr/>
          </p:nvSpPr>
          <p:spPr>
            <a:xfrm>
              <a:off x="7912395" y="2331720"/>
              <a:ext cx="914400" cy="914400"/>
            </a:xfrm>
            <a:prstGeom prst="ellipse">
              <a:avLst/>
            </a:prstGeom>
            <a:solidFill>
              <a:srgbClr val="8B1212"/>
            </a:solidFill>
            <a:ln/>
            <a:effectLst>
              <a:outerShdw blurRad="76200" dist="25400" dir="5400000" algn="bl" rotWithShape="0">
                <a:srgbClr val="000000">
                  <a:alpha val="16000"/>
                </a:srgbClr>
              </a:outerShdw>
            </a:effectLst>
          </p:spPr>
        </p:sp>
        <p:pic>
          <p:nvPicPr>
            <p:cNvPr id="50" name="Image 3" descr="preencoded.png">
              <a:extLst>
                <a:ext uri="{FF2B5EF4-FFF2-40B4-BE49-F238E27FC236}">
                  <a16:creationId xmlns:a16="http://schemas.microsoft.com/office/drawing/2014/main" id="{62CAE00D-4F79-A1E9-B818-CFF0FC371B2B}"/>
                </a:ext>
              </a:extLst>
            </p:cNvPr>
            <p:cNvPicPr>
              <a:picLocks noChangeAspect="1"/>
            </p:cNvPicPr>
            <p:nvPr/>
          </p:nvPicPr>
          <p:blipFill>
            <a:blip r:embed="rId6"/>
            <a:stretch>
              <a:fillRect/>
            </a:stretch>
          </p:blipFill>
          <p:spPr>
            <a:xfrm>
              <a:off x="8140995" y="2560320"/>
              <a:ext cx="457200" cy="457200"/>
            </a:xfrm>
            <a:prstGeom prst="rect">
              <a:avLst/>
            </a:prstGeom>
          </p:spPr>
        </p:pic>
        <p:sp>
          <p:nvSpPr>
            <p:cNvPr id="51" name="Text 19">
              <a:extLst>
                <a:ext uri="{FF2B5EF4-FFF2-40B4-BE49-F238E27FC236}">
                  <a16:creationId xmlns:a16="http://schemas.microsoft.com/office/drawing/2014/main" id="{DAD75938-678C-1E47-16D8-5C003F089B8B}"/>
                </a:ext>
              </a:extLst>
            </p:cNvPr>
            <p:cNvSpPr/>
            <p:nvPr/>
          </p:nvSpPr>
          <p:spPr>
            <a:xfrm>
              <a:off x="7369881" y="3383280"/>
              <a:ext cx="1999427" cy="45720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Hành trình</a:t>
              </a:r>
              <a:endParaRPr lang="en-US" dirty="0"/>
            </a:p>
          </p:txBody>
        </p:sp>
        <p:sp>
          <p:nvSpPr>
            <p:cNvPr id="52" name="Text 20">
              <a:extLst>
                <a:ext uri="{FF2B5EF4-FFF2-40B4-BE49-F238E27FC236}">
                  <a16:creationId xmlns:a16="http://schemas.microsoft.com/office/drawing/2014/main" id="{997851F7-50CC-2B7D-2CC1-73CC5F4F6D21}"/>
                </a:ext>
              </a:extLst>
            </p:cNvPr>
            <p:cNvSpPr/>
            <p:nvPr/>
          </p:nvSpPr>
          <p:spPr>
            <a:xfrm>
              <a:off x="7507041" y="3886200"/>
              <a:ext cx="1725107" cy="173736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Tự động “kể</a:t>
              </a:r>
              <a:r>
                <a:rPr lang="en-US" sz="1600">
                  <a:solidFill>
                    <a:srgbClr val="2A1A1A"/>
                  </a:solidFill>
                  <a:latin typeface="Arial" pitchFamily="34" charset="0"/>
                  <a:ea typeface="Arial" pitchFamily="34" charset="-122"/>
                  <a:cs typeface="Arial" pitchFamily="34" charset="-120"/>
                </a:rPr>
                <a:t>” sự kiện lịch </a:t>
              </a:r>
              <a:r>
                <a:rPr lang="en-US" sz="1600" dirty="0">
                  <a:solidFill>
                    <a:srgbClr val="2A1A1A"/>
                  </a:solidFill>
                  <a:latin typeface="Arial" pitchFamily="34" charset="0"/>
                  <a:ea typeface="Arial" pitchFamily="34" charset="-122"/>
                  <a:cs typeface="Arial" pitchFamily="34" charset="-120"/>
                </a:rPr>
                <a:t>sử như phim tài liệu</a:t>
              </a:r>
              <a:endParaRPr lang="en-US" sz="1600" dirty="0"/>
            </a:p>
          </p:txBody>
        </p:sp>
        <p:sp>
          <p:nvSpPr>
            <p:cNvPr id="53" name="Shape 21">
              <a:extLst>
                <a:ext uri="{FF2B5EF4-FFF2-40B4-BE49-F238E27FC236}">
                  <a16:creationId xmlns:a16="http://schemas.microsoft.com/office/drawing/2014/main" id="{CBF93F91-F107-CC5C-A741-A11E38D3CB81}"/>
                </a:ext>
              </a:extLst>
            </p:cNvPr>
            <p:cNvSpPr/>
            <p:nvPr/>
          </p:nvSpPr>
          <p:spPr>
            <a:xfrm>
              <a:off x="9643628" y="1554480"/>
              <a:ext cx="1999427" cy="4297680"/>
            </a:xfrm>
            <a:prstGeom prst="roundRect">
              <a:avLst>
                <a:gd name="adj" fmla="val 4573"/>
              </a:avLst>
            </a:prstGeom>
            <a:gradFill>
              <a:gsLst>
                <a:gs pos="39000">
                  <a:schemeClr val="accent1">
                    <a:lumMod val="5000"/>
                    <a:lumOff val="95000"/>
                  </a:schemeClr>
                </a:gs>
                <a:gs pos="100000">
                  <a:srgbClr val="8B1212"/>
                </a:gs>
              </a:gsLst>
              <a:lin ang="5400000" scaled="1"/>
            </a:gradFill>
            <a:ln/>
            <a:effectLst>
              <a:outerShdw blurRad="101600" dist="38100" dir="5400000" algn="bl" rotWithShape="0">
                <a:srgbClr val="000000">
                  <a:alpha val="18000"/>
                </a:srgbClr>
              </a:outerShdw>
            </a:effectLst>
          </p:spPr>
        </p:sp>
        <p:sp>
          <p:nvSpPr>
            <p:cNvPr id="54" name="Text 22">
              <a:extLst>
                <a:ext uri="{FF2B5EF4-FFF2-40B4-BE49-F238E27FC236}">
                  <a16:creationId xmlns:a16="http://schemas.microsoft.com/office/drawing/2014/main" id="{1EBBA513-42E1-5960-0621-E12EF6F48390}"/>
                </a:ext>
              </a:extLst>
            </p:cNvPr>
            <p:cNvSpPr/>
            <p:nvPr/>
          </p:nvSpPr>
          <p:spPr>
            <a:xfrm>
              <a:off x="9643628" y="1783080"/>
              <a:ext cx="1999427" cy="457200"/>
            </a:xfrm>
            <a:prstGeom prst="rect">
              <a:avLst/>
            </a:prstGeom>
            <a:noFill/>
            <a:ln/>
          </p:spPr>
          <p:txBody>
            <a:bodyPr wrap="square" rtlCol="0" anchor="ctr"/>
            <a:lstStyle/>
            <a:p>
              <a:pPr marL="0" indent="0" algn="ctr">
                <a:buNone/>
              </a:pPr>
              <a:r>
                <a:rPr lang="en-US" sz="2000" b="1" dirty="0">
                  <a:solidFill>
                    <a:srgbClr val="AE4E22"/>
                  </a:solidFill>
                  <a:latin typeface="Cambria" pitchFamily="34" charset="0"/>
                  <a:ea typeface="Cambria" pitchFamily="34" charset="-122"/>
                  <a:cs typeface="Cambria" pitchFamily="34" charset="-120"/>
                </a:rPr>
                <a:t>05</a:t>
              </a:r>
              <a:endParaRPr lang="en-US" sz="2000" dirty="0">
                <a:solidFill>
                  <a:srgbClr val="AE4E22"/>
                </a:solidFill>
              </a:endParaRPr>
            </a:p>
          </p:txBody>
        </p:sp>
        <p:sp>
          <p:nvSpPr>
            <p:cNvPr id="55" name="Shape 23">
              <a:extLst>
                <a:ext uri="{FF2B5EF4-FFF2-40B4-BE49-F238E27FC236}">
                  <a16:creationId xmlns:a16="http://schemas.microsoft.com/office/drawing/2014/main" id="{645C59CE-76C3-2598-CDC9-CC48BB34883F}"/>
                </a:ext>
              </a:extLst>
            </p:cNvPr>
            <p:cNvSpPr/>
            <p:nvPr/>
          </p:nvSpPr>
          <p:spPr>
            <a:xfrm>
              <a:off x="10186142" y="2331720"/>
              <a:ext cx="914400" cy="914400"/>
            </a:xfrm>
            <a:prstGeom prst="ellipse">
              <a:avLst/>
            </a:prstGeom>
            <a:solidFill>
              <a:srgbClr val="8B1212"/>
            </a:solidFill>
            <a:ln/>
            <a:effectLst>
              <a:outerShdw blurRad="76200" dist="25400" dir="5400000" algn="bl" rotWithShape="0">
                <a:srgbClr val="000000">
                  <a:alpha val="16000"/>
                </a:srgbClr>
              </a:outerShdw>
            </a:effectLst>
          </p:spPr>
        </p:sp>
        <p:pic>
          <p:nvPicPr>
            <p:cNvPr id="56" name="Image 4" descr="preencoded.png">
              <a:extLst>
                <a:ext uri="{FF2B5EF4-FFF2-40B4-BE49-F238E27FC236}">
                  <a16:creationId xmlns:a16="http://schemas.microsoft.com/office/drawing/2014/main" id="{2CE479FF-7794-218A-420C-1B491F0A03E6}"/>
                </a:ext>
              </a:extLst>
            </p:cNvPr>
            <p:cNvPicPr>
              <a:picLocks noChangeAspect="1"/>
            </p:cNvPicPr>
            <p:nvPr/>
          </p:nvPicPr>
          <p:blipFill>
            <a:blip r:embed="rId7"/>
            <a:stretch>
              <a:fillRect/>
            </a:stretch>
          </p:blipFill>
          <p:spPr>
            <a:xfrm>
              <a:off x="10414742" y="2560320"/>
              <a:ext cx="457200" cy="457200"/>
            </a:xfrm>
            <a:prstGeom prst="rect">
              <a:avLst/>
            </a:prstGeom>
          </p:spPr>
        </p:pic>
        <p:sp>
          <p:nvSpPr>
            <p:cNvPr id="57" name="Text 24">
              <a:extLst>
                <a:ext uri="{FF2B5EF4-FFF2-40B4-BE49-F238E27FC236}">
                  <a16:creationId xmlns:a16="http://schemas.microsoft.com/office/drawing/2014/main" id="{1E87718C-84EB-FB69-1357-12EBAE836EB7}"/>
                </a:ext>
              </a:extLst>
            </p:cNvPr>
            <p:cNvSpPr/>
            <p:nvPr/>
          </p:nvSpPr>
          <p:spPr>
            <a:xfrm>
              <a:off x="9643628" y="3383280"/>
              <a:ext cx="1999427" cy="45720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Hỏi đáp</a:t>
              </a:r>
              <a:endParaRPr lang="en-US" dirty="0"/>
            </a:p>
          </p:txBody>
        </p:sp>
        <p:sp>
          <p:nvSpPr>
            <p:cNvPr id="58" name="Text 25">
              <a:extLst>
                <a:ext uri="{FF2B5EF4-FFF2-40B4-BE49-F238E27FC236}">
                  <a16:creationId xmlns:a16="http://schemas.microsoft.com/office/drawing/2014/main" id="{25067F8E-4427-F93B-D58C-31547A84DE1C}"/>
                </a:ext>
              </a:extLst>
            </p:cNvPr>
            <p:cNvSpPr/>
            <p:nvPr/>
          </p:nvSpPr>
          <p:spPr>
            <a:xfrm>
              <a:off x="9780788" y="3886200"/>
              <a:ext cx="1725107" cy="173736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10 câu </a:t>
              </a:r>
              <a:r>
                <a:rPr lang="en-US" sz="1600">
                  <a:solidFill>
                    <a:srgbClr val="2A1A1A"/>
                  </a:solidFill>
                  <a:latin typeface="Arial" pitchFamily="34" charset="0"/>
                  <a:ea typeface="Arial" pitchFamily="34" charset="-122"/>
                  <a:cs typeface="Arial" pitchFamily="34" charset="-120"/>
                </a:rPr>
                <a:t>hỏi danjg quiz hoặc </a:t>
              </a:r>
              <a:r>
                <a:rPr lang="en-US" sz="1600" dirty="0">
                  <a:solidFill>
                    <a:srgbClr val="2A1A1A"/>
                  </a:solidFill>
                  <a:latin typeface="Arial" pitchFamily="34" charset="0"/>
                  <a:ea typeface="Arial" pitchFamily="34" charset="-122"/>
                  <a:cs typeface="Arial" pitchFamily="34" charset="-120"/>
                </a:rPr>
                <a:t>click bản đồ trả lời</a:t>
              </a:r>
              <a:endParaRPr lang="en-US" sz="1600" dirty="0"/>
            </a:p>
          </p:txBody>
        </p:sp>
      </p:grpSp>
      <p:sp>
        <p:nvSpPr>
          <p:cNvPr id="64" name="Text 0">
            <a:extLst>
              <a:ext uri="{FF2B5EF4-FFF2-40B4-BE49-F238E27FC236}">
                <a16:creationId xmlns:a16="http://schemas.microsoft.com/office/drawing/2014/main" id="{6690CF57-B1B4-65B9-9840-8F9ED2585550}"/>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65" name="TextBox 64">
            <a:extLst>
              <a:ext uri="{FF2B5EF4-FFF2-40B4-BE49-F238E27FC236}">
                <a16:creationId xmlns:a16="http://schemas.microsoft.com/office/drawing/2014/main" id="{B331C5A4-D5B0-751F-4C7B-CCEE78584759}"/>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Tree>
    <p:extLst>
      <p:ext uri="{BB962C8B-B14F-4D97-AF65-F5344CB8AC3E}">
        <p14:creationId xmlns:p14="http://schemas.microsoft.com/office/powerpoint/2010/main" val="4055402756"/>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BF6EE"/>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9ED78B93-9796-7036-C9E8-A6E738BE5C55}"/>
              </a:ext>
            </a:extLst>
          </p:cNvPr>
          <p:cNvPicPr>
            <a:picLocks noChangeAspect="1"/>
          </p:cNvPicPr>
          <p:nvPr/>
        </p:nvPicPr>
        <p:blipFill>
          <a:blip r:embed="rId3"/>
          <a:stretch>
            <a:fillRect/>
          </a:stretch>
        </p:blipFill>
        <p:spPr>
          <a:xfrm>
            <a:off x="548640" y="1634222"/>
            <a:ext cx="10867926" cy="4907548"/>
          </a:xfrm>
          <a:prstGeom prst="rect">
            <a:avLst/>
          </a:prstGeom>
        </p:spPr>
      </p:pic>
      <p:cxnSp>
        <p:nvCxnSpPr>
          <p:cNvPr id="30" name="Straight Connector 29">
            <a:extLst>
              <a:ext uri="{FF2B5EF4-FFF2-40B4-BE49-F238E27FC236}">
                <a16:creationId xmlns:a16="http://schemas.microsoft.com/office/drawing/2014/main" id="{E33BA175-A43C-CC63-4CDC-526072B23A91}"/>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
        <p:nvSpPr>
          <p:cNvPr id="34" name="Text 0">
            <a:extLst>
              <a:ext uri="{FF2B5EF4-FFF2-40B4-BE49-F238E27FC236}">
                <a16:creationId xmlns:a16="http://schemas.microsoft.com/office/drawing/2014/main" id="{4B730C55-B9D1-80DF-5CF6-0E23731B22E0}"/>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35" name="TextBox 34">
            <a:extLst>
              <a:ext uri="{FF2B5EF4-FFF2-40B4-BE49-F238E27FC236}">
                <a16:creationId xmlns:a16="http://schemas.microsoft.com/office/drawing/2014/main" id="{ADE5BA71-5EC1-73C7-F6BB-C52EA1C28CAD}"/>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3B92F166-20E2-1D84-93FB-A9AC1B9B1AC6}"/>
            </a:ext>
          </a:extLst>
        </p:cNvPr>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363654F4-D5F0-3897-F611-86736F9A53B8}"/>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F180CD5-CA7D-6983-4EAC-890D4BC05B50}"/>
              </a:ext>
            </a:extLst>
          </p:cNvPr>
          <p:cNvPicPr>
            <a:picLocks noChangeAspect="1"/>
          </p:cNvPicPr>
          <p:nvPr/>
        </p:nvPicPr>
        <p:blipFill>
          <a:blip r:embed="rId3"/>
          <a:stretch>
            <a:fillRect/>
          </a:stretch>
        </p:blipFill>
        <p:spPr>
          <a:xfrm>
            <a:off x="613398" y="1621155"/>
            <a:ext cx="10990603" cy="4857249"/>
          </a:xfrm>
          <a:prstGeom prst="rect">
            <a:avLst/>
          </a:prstGeom>
        </p:spPr>
      </p:pic>
      <p:sp>
        <p:nvSpPr>
          <p:cNvPr id="9" name="Text 0">
            <a:extLst>
              <a:ext uri="{FF2B5EF4-FFF2-40B4-BE49-F238E27FC236}">
                <a16:creationId xmlns:a16="http://schemas.microsoft.com/office/drawing/2014/main" id="{13DF2638-C8CE-CED1-5803-F80C24CA9029}"/>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10" name="TextBox 9">
            <a:extLst>
              <a:ext uri="{FF2B5EF4-FFF2-40B4-BE49-F238E27FC236}">
                <a16:creationId xmlns:a16="http://schemas.microsoft.com/office/drawing/2014/main" id="{43C55E6F-FF12-3BA0-A5DD-554541CE413D}"/>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Tree>
    <p:extLst>
      <p:ext uri="{BB962C8B-B14F-4D97-AF65-F5344CB8AC3E}">
        <p14:creationId xmlns:p14="http://schemas.microsoft.com/office/powerpoint/2010/main" val="3550285175"/>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C182494D-5261-8DCA-8032-E609CF48F43F}"/>
            </a:ext>
          </a:extLst>
        </p:cNvPr>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7D70F391-EAF0-0517-CA1C-2DE91A386DB7}"/>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E1C999E-755B-D07B-E05C-AD32E4A0FAAF}"/>
              </a:ext>
            </a:extLst>
          </p:cNvPr>
          <p:cNvGrpSpPr/>
          <p:nvPr/>
        </p:nvGrpSpPr>
        <p:grpSpPr>
          <a:xfrm>
            <a:off x="548640" y="2408113"/>
            <a:ext cx="11155680" cy="3896361"/>
            <a:chOff x="548640" y="1645919"/>
            <a:chExt cx="11155680" cy="3896361"/>
          </a:xfrm>
        </p:grpSpPr>
        <p:sp>
          <p:nvSpPr>
            <p:cNvPr id="3" name="Shape 3">
              <a:extLst>
                <a:ext uri="{FF2B5EF4-FFF2-40B4-BE49-F238E27FC236}">
                  <a16:creationId xmlns:a16="http://schemas.microsoft.com/office/drawing/2014/main" id="{C0FC5AD9-6ACE-D29F-73AB-D7B7D08806CA}"/>
                </a:ext>
              </a:extLst>
            </p:cNvPr>
            <p:cNvSpPr/>
            <p:nvPr/>
          </p:nvSpPr>
          <p:spPr>
            <a:xfrm>
              <a:off x="548640" y="1645919"/>
              <a:ext cx="5440680" cy="1800479"/>
            </a:xfrm>
            <a:prstGeom prst="roundRect">
              <a:avLst>
                <a:gd name="adj" fmla="val 4444"/>
              </a:avLst>
            </a:prstGeom>
            <a:solidFill>
              <a:srgbClr val="8B1212"/>
            </a:solidFill>
            <a:ln/>
            <a:effectLst>
              <a:outerShdw blurRad="76200" dist="25400" dir="5400000" algn="bl" rotWithShape="0">
                <a:srgbClr val="000000">
                  <a:alpha val="18000"/>
                </a:srgbClr>
              </a:outerShdw>
            </a:effectLst>
          </p:spPr>
        </p:sp>
        <p:sp>
          <p:nvSpPr>
            <p:cNvPr id="4" name="Shape 4">
              <a:extLst>
                <a:ext uri="{FF2B5EF4-FFF2-40B4-BE49-F238E27FC236}">
                  <a16:creationId xmlns:a16="http://schemas.microsoft.com/office/drawing/2014/main" id="{606E89FD-F01E-1365-0C28-91DF6F880743}"/>
                </a:ext>
              </a:extLst>
            </p:cNvPr>
            <p:cNvSpPr/>
            <p:nvPr/>
          </p:nvSpPr>
          <p:spPr>
            <a:xfrm>
              <a:off x="868680" y="1993392"/>
              <a:ext cx="731520" cy="731520"/>
            </a:xfrm>
            <a:prstGeom prst="ellipse">
              <a:avLst/>
            </a:prstGeom>
            <a:solidFill>
              <a:srgbClr val="EFD9D9"/>
            </a:solidFill>
            <a:ln/>
            <a:effectLst>
              <a:outerShdw blurRad="76200" dist="25400" dir="5400000" algn="bl" rotWithShape="0">
                <a:srgbClr val="000000">
                  <a:alpha val="16000"/>
                </a:srgbClr>
              </a:outerShdw>
            </a:effectLst>
          </p:spPr>
        </p:sp>
        <p:pic>
          <p:nvPicPr>
            <p:cNvPr id="5" name="Image 1" descr="preencoded.png">
              <a:extLst>
                <a:ext uri="{FF2B5EF4-FFF2-40B4-BE49-F238E27FC236}">
                  <a16:creationId xmlns:a16="http://schemas.microsoft.com/office/drawing/2014/main" id="{0A757DC1-595E-3A10-F35F-751F7FC950E4}"/>
                </a:ext>
              </a:extLst>
            </p:cNvPr>
            <p:cNvPicPr>
              <a:picLocks noChangeAspect="1"/>
            </p:cNvPicPr>
            <p:nvPr/>
          </p:nvPicPr>
          <p:blipFill>
            <a:blip r:embed="rId3"/>
            <a:stretch>
              <a:fillRect/>
            </a:stretch>
          </p:blipFill>
          <p:spPr>
            <a:xfrm>
              <a:off x="1051560" y="2176272"/>
              <a:ext cx="365760" cy="365760"/>
            </a:xfrm>
            <a:prstGeom prst="rect">
              <a:avLst/>
            </a:prstGeom>
          </p:spPr>
        </p:pic>
        <p:sp>
          <p:nvSpPr>
            <p:cNvPr id="9" name="Text 5">
              <a:extLst>
                <a:ext uri="{FF2B5EF4-FFF2-40B4-BE49-F238E27FC236}">
                  <a16:creationId xmlns:a16="http://schemas.microsoft.com/office/drawing/2014/main" id="{21326494-0B6F-0CE5-0016-8BC5716F9888}"/>
                </a:ext>
              </a:extLst>
            </p:cNvPr>
            <p:cNvSpPr/>
            <p:nvPr/>
          </p:nvSpPr>
          <p:spPr>
            <a:xfrm>
              <a:off x="1737360" y="2029968"/>
              <a:ext cx="4069080" cy="548640"/>
            </a:xfrm>
            <a:prstGeom prst="rect">
              <a:avLst/>
            </a:prstGeom>
            <a:noFill/>
            <a:ln/>
          </p:spPr>
          <p:txBody>
            <a:bodyPr wrap="square" rtlCol="0" anchor="ctr"/>
            <a:lstStyle/>
            <a:p>
              <a:pPr marL="0" indent="0">
                <a:buNone/>
              </a:pPr>
              <a:r>
                <a:rPr lang="en-US" b="1" dirty="0">
                  <a:solidFill>
                    <a:schemeClr val="bg1"/>
                  </a:solidFill>
                  <a:latin typeface="Cambria" pitchFamily="34" charset="0"/>
                  <a:ea typeface="Cambria" pitchFamily="34" charset="-122"/>
                  <a:cs typeface="Cambria" pitchFamily="34" charset="-120"/>
                </a:rPr>
                <a:t>Tương tác bản đồ</a:t>
              </a:r>
              <a:endParaRPr lang="en-US" dirty="0">
                <a:solidFill>
                  <a:schemeClr val="bg1"/>
                </a:solidFill>
              </a:endParaRPr>
            </a:p>
          </p:txBody>
        </p:sp>
        <p:sp>
          <p:nvSpPr>
            <p:cNvPr id="10" name="Text 6">
              <a:extLst>
                <a:ext uri="{FF2B5EF4-FFF2-40B4-BE49-F238E27FC236}">
                  <a16:creationId xmlns:a16="http://schemas.microsoft.com/office/drawing/2014/main" id="{1E5319B3-9D75-79B5-FDCB-3E2039E6E6D7}"/>
                </a:ext>
              </a:extLst>
            </p:cNvPr>
            <p:cNvSpPr/>
            <p:nvPr/>
          </p:nvSpPr>
          <p:spPr>
            <a:xfrm>
              <a:off x="868680" y="2788920"/>
              <a:ext cx="4800600" cy="777240"/>
            </a:xfrm>
            <a:prstGeom prst="rect">
              <a:avLst/>
            </a:prstGeom>
            <a:noFill/>
            <a:ln/>
          </p:spPr>
          <p:txBody>
            <a:bodyPr wrap="square" rtlCol="0" anchor="t"/>
            <a:lstStyle/>
            <a:p>
              <a:pPr marL="0" indent="0">
                <a:buNone/>
              </a:pPr>
              <a:r>
                <a:rPr lang="en-US" sz="1600" dirty="0">
                  <a:solidFill>
                    <a:schemeClr val="bg1"/>
                  </a:solidFill>
                  <a:latin typeface="Arial" pitchFamily="34" charset="0"/>
                  <a:ea typeface="Arial" pitchFamily="34" charset="-122"/>
                  <a:cs typeface="Arial" pitchFamily="34" charset="-120"/>
                </a:rPr>
                <a:t>Hover làm nổi tỉnh, click chuyển đỏ và phóng </a:t>
              </a:r>
              <a:r>
                <a:rPr lang="en-US" sz="1600">
                  <a:solidFill>
                    <a:schemeClr val="bg1"/>
                  </a:solidFill>
                  <a:latin typeface="Arial" pitchFamily="34" charset="0"/>
                  <a:ea typeface="Arial" pitchFamily="34" charset="-122"/>
                  <a:cs typeface="Arial" pitchFamily="34" charset="-120"/>
                </a:rPr>
                <a:t>to </a:t>
              </a:r>
              <a:endParaRPr lang="en-US" sz="1600" dirty="0">
                <a:solidFill>
                  <a:schemeClr val="bg1"/>
                </a:solidFill>
              </a:endParaRPr>
            </a:p>
          </p:txBody>
        </p:sp>
        <p:sp>
          <p:nvSpPr>
            <p:cNvPr id="11" name="Shape 7">
              <a:extLst>
                <a:ext uri="{FF2B5EF4-FFF2-40B4-BE49-F238E27FC236}">
                  <a16:creationId xmlns:a16="http://schemas.microsoft.com/office/drawing/2014/main" id="{4A92823E-2B55-FAB8-FD41-2F10426ACA90}"/>
                </a:ext>
              </a:extLst>
            </p:cNvPr>
            <p:cNvSpPr/>
            <p:nvPr/>
          </p:nvSpPr>
          <p:spPr>
            <a:xfrm>
              <a:off x="6263640" y="1645920"/>
              <a:ext cx="5440680" cy="1800478"/>
            </a:xfrm>
            <a:prstGeom prst="roundRect">
              <a:avLst>
                <a:gd name="adj" fmla="val 4444"/>
              </a:avLst>
            </a:prstGeom>
            <a:solidFill>
              <a:srgbClr val="FFFFFF"/>
            </a:solidFill>
            <a:ln/>
            <a:effectLst>
              <a:outerShdw blurRad="76200" dist="25400" dir="5400000" algn="bl" rotWithShape="0">
                <a:srgbClr val="000000">
                  <a:alpha val="18000"/>
                </a:srgbClr>
              </a:outerShdw>
            </a:effectLst>
          </p:spPr>
        </p:sp>
        <p:sp>
          <p:nvSpPr>
            <p:cNvPr id="12" name="Shape 8">
              <a:extLst>
                <a:ext uri="{FF2B5EF4-FFF2-40B4-BE49-F238E27FC236}">
                  <a16:creationId xmlns:a16="http://schemas.microsoft.com/office/drawing/2014/main" id="{C2208359-8B47-CE01-198F-D14D49E3D4B5}"/>
                </a:ext>
              </a:extLst>
            </p:cNvPr>
            <p:cNvSpPr/>
            <p:nvPr/>
          </p:nvSpPr>
          <p:spPr>
            <a:xfrm>
              <a:off x="6583680" y="1993392"/>
              <a:ext cx="731520" cy="731520"/>
            </a:xfrm>
            <a:prstGeom prst="ellipse">
              <a:avLst/>
            </a:prstGeom>
            <a:solidFill>
              <a:srgbClr val="EFD9D9"/>
            </a:solidFill>
            <a:ln/>
            <a:effectLst>
              <a:outerShdw blurRad="76200" dist="25400" dir="5400000" algn="bl" rotWithShape="0">
                <a:srgbClr val="000000">
                  <a:alpha val="16000"/>
                </a:srgbClr>
              </a:outerShdw>
            </a:effectLst>
          </p:spPr>
        </p:sp>
        <p:pic>
          <p:nvPicPr>
            <p:cNvPr id="13" name="Image 2" descr="preencoded.png">
              <a:extLst>
                <a:ext uri="{FF2B5EF4-FFF2-40B4-BE49-F238E27FC236}">
                  <a16:creationId xmlns:a16="http://schemas.microsoft.com/office/drawing/2014/main" id="{1796209E-412E-AC6B-B18C-08676D1CBB7C}"/>
                </a:ext>
              </a:extLst>
            </p:cNvPr>
            <p:cNvPicPr>
              <a:picLocks noChangeAspect="1"/>
            </p:cNvPicPr>
            <p:nvPr/>
          </p:nvPicPr>
          <p:blipFill>
            <a:blip r:embed="rId4"/>
            <a:stretch>
              <a:fillRect/>
            </a:stretch>
          </p:blipFill>
          <p:spPr>
            <a:xfrm>
              <a:off x="6766560" y="2176272"/>
              <a:ext cx="365760" cy="365760"/>
            </a:xfrm>
            <a:prstGeom prst="rect">
              <a:avLst/>
            </a:prstGeom>
          </p:spPr>
        </p:pic>
        <p:sp>
          <p:nvSpPr>
            <p:cNvPr id="14" name="Text 9">
              <a:extLst>
                <a:ext uri="{FF2B5EF4-FFF2-40B4-BE49-F238E27FC236}">
                  <a16:creationId xmlns:a16="http://schemas.microsoft.com/office/drawing/2014/main" id="{82890862-1E22-C669-6622-4F7686DF5415}"/>
                </a:ext>
              </a:extLst>
            </p:cNvPr>
            <p:cNvSpPr/>
            <p:nvPr/>
          </p:nvSpPr>
          <p:spPr>
            <a:xfrm>
              <a:off x="7452360" y="2029968"/>
              <a:ext cx="4069080" cy="54864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Tìm kiếm thông minh</a:t>
              </a:r>
              <a:endParaRPr lang="en-US" dirty="0"/>
            </a:p>
          </p:txBody>
        </p:sp>
        <p:sp>
          <p:nvSpPr>
            <p:cNvPr id="15" name="Text 10">
              <a:extLst>
                <a:ext uri="{FF2B5EF4-FFF2-40B4-BE49-F238E27FC236}">
                  <a16:creationId xmlns:a16="http://schemas.microsoft.com/office/drawing/2014/main" id="{55F55A66-F38D-86C2-7137-0B8605B1BA7D}"/>
                </a:ext>
              </a:extLst>
            </p:cNvPr>
            <p:cNvSpPr/>
            <p:nvPr/>
          </p:nvSpPr>
          <p:spPr>
            <a:xfrm>
              <a:off x="6583680" y="2788920"/>
              <a:ext cx="4800600" cy="777240"/>
            </a:xfrm>
            <a:prstGeom prst="rect">
              <a:avLst/>
            </a:prstGeom>
            <a:noFill/>
            <a:ln/>
          </p:spPr>
          <p:txBody>
            <a:bodyPr wrap="square" rtlCol="0" anchor="t"/>
            <a:lstStyle/>
            <a:p>
              <a:pPr marL="0" indent="0" algn="just">
                <a:buNone/>
              </a:pPr>
              <a:r>
                <a:rPr lang="en-US" sz="1600" dirty="0">
                  <a:solidFill>
                    <a:srgbClr val="2A1A1A"/>
                  </a:solidFill>
                  <a:latin typeface="Arial" pitchFamily="34" charset="0"/>
                  <a:ea typeface="Arial" pitchFamily="34" charset="-122"/>
                  <a:cs typeface="Arial" pitchFamily="34" charset="-120"/>
                </a:rPr>
                <a:t>Tìm không dấu, không phân biệt </a:t>
              </a:r>
              <a:r>
                <a:rPr lang="en-US" sz="1600">
                  <a:solidFill>
                    <a:srgbClr val="2A1A1A"/>
                  </a:solidFill>
                  <a:latin typeface="Arial" pitchFamily="34" charset="0"/>
                  <a:ea typeface="Arial" pitchFamily="34" charset="-122"/>
                  <a:cs typeface="Arial" pitchFamily="34" charset="-120"/>
                </a:rPr>
                <a:t>hoa thường</a:t>
              </a:r>
              <a:endParaRPr lang="en-US" sz="1600" dirty="0"/>
            </a:p>
          </p:txBody>
        </p:sp>
        <p:sp>
          <p:nvSpPr>
            <p:cNvPr id="16" name="Shape 11">
              <a:extLst>
                <a:ext uri="{FF2B5EF4-FFF2-40B4-BE49-F238E27FC236}">
                  <a16:creationId xmlns:a16="http://schemas.microsoft.com/office/drawing/2014/main" id="{577AB8CC-2A18-D854-0F96-856F07B7BF60}"/>
                </a:ext>
              </a:extLst>
            </p:cNvPr>
            <p:cNvSpPr/>
            <p:nvPr/>
          </p:nvSpPr>
          <p:spPr>
            <a:xfrm>
              <a:off x="548640" y="3679821"/>
              <a:ext cx="5440680" cy="1800479"/>
            </a:xfrm>
            <a:prstGeom prst="roundRect">
              <a:avLst>
                <a:gd name="adj" fmla="val 4444"/>
              </a:avLst>
            </a:prstGeom>
            <a:solidFill>
              <a:srgbClr val="FFFFFF"/>
            </a:solidFill>
            <a:ln/>
            <a:effectLst>
              <a:outerShdw blurRad="76200" dist="25400" dir="5400000" algn="bl" rotWithShape="0">
                <a:srgbClr val="000000">
                  <a:alpha val="18000"/>
                </a:srgbClr>
              </a:outerShdw>
            </a:effectLst>
          </p:spPr>
        </p:sp>
        <p:sp>
          <p:nvSpPr>
            <p:cNvPr id="17" name="Shape 12">
              <a:extLst>
                <a:ext uri="{FF2B5EF4-FFF2-40B4-BE49-F238E27FC236}">
                  <a16:creationId xmlns:a16="http://schemas.microsoft.com/office/drawing/2014/main" id="{BDC75EB2-BD6A-C2AE-749E-75278E40C43E}"/>
                </a:ext>
              </a:extLst>
            </p:cNvPr>
            <p:cNvSpPr/>
            <p:nvPr/>
          </p:nvSpPr>
          <p:spPr>
            <a:xfrm>
              <a:off x="868680" y="3969512"/>
              <a:ext cx="731520" cy="731520"/>
            </a:xfrm>
            <a:prstGeom prst="ellipse">
              <a:avLst/>
            </a:prstGeom>
            <a:solidFill>
              <a:srgbClr val="EFD9D9"/>
            </a:solidFill>
            <a:ln/>
            <a:effectLst>
              <a:outerShdw blurRad="76200" dist="25400" dir="5400000" algn="bl" rotWithShape="0">
                <a:srgbClr val="000000">
                  <a:alpha val="16000"/>
                </a:srgbClr>
              </a:outerShdw>
            </a:effectLst>
          </p:spPr>
        </p:sp>
        <p:pic>
          <p:nvPicPr>
            <p:cNvPr id="18" name="Image 3" descr="preencoded.png">
              <a:extLst>
                <a:ext uri="{FF2B5EF4-FFF2-40B4-BE49-F238E27FC236}">
                  <a16:creationId xmlns:a16="http://schemas.microsoft.com/office/drawing/2014/main" id="{733BC7FC-7318-A34E-2BCC-0FC9CBBB0605}"/>
                </a:ext>
              </a:extLst>
            </p:cNvPr>
            <p:cNvPicPr>
              <a:picLocks noChangeAspect="1"/>
            </p:cNvPicPr>
            <p:nvPr/>
          </p:nvPicPr>
          <p:blipFill>
            <a:blip r:embed="rId5"/>
            <a:stretch>
              <a:fillRect/>
            </a:stretch>
          </p:blipFill>
          <p:spPr>
            <a:xfrm>
              <a:off x="1051560" y="4152392"/>
              <a:ext cx="365760" cy="365760"/>
            </a:xfrm>
            <a:prstGeom prst="rect">
              <a:avLst/>
            </a:prstGeom>
          </p:spPr>
        </p:pic>
        <p:sp>
          <p:nvSpPr>
            <p:cNvPr id="19" name="Text 13">
              <a:extLst>
                <a:ext uri="{FF2B5EF4-FFF2-40B4-BE49-F238E27FC236}">
                  <a16:creationId xmlns:a16="http://schemas.microsoft.com/office/drawing/2014/main" id="{7DEF2D7F-2477-9A74-08AF-FCC206BC621A}"/>
                </a:ext>
              </a:extLst>
            </p:cNvPr>
            <p:cNvSpPr/>
            <p:nvPr/>
          </p:nvSpPr>
          <p:spPr>
            <a:xfrm>
              <a:off x="1737360" y="4006088"/>
              <a:ext cx="4069080" cy="54864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Thuyết minh giọng nói</a:t>
              </a:r>
              <a:endParaRPr lang="en-US" dirty="0"/>
            </a:p>
          </p:txBody>
        </p:sp>
        <p:sp>
          <p:nvSpPr>
            <p:cNvPr id="20" name="Text 14">
              <a:extLst>
                <a:ext uri="{FF2B5EF4-FFF2-40B4-BE49-F238E27FC236}">
                  <a16:creationId xmlns:a16="http://schemas.microsoft.com/office/drawing/2014/main" id="{7699189B-22C8-9473-5A2A-233FBBC17B60}"/>
                </a:ext>
              </a:extLst>
            </p:cNvPr>
            <p:cNvSpPr/>
            <p:nvPr/>
          </p:nvSpPr>
          <p:spPr>
            <a:xfrm>
              <a:off x="868680" y="4765040"/>
              <a:ext cx="4800600" cy="777240"/>
            </a:xfrm>
            <a:prstGeom prst="rect">
              <a:avLst/>
            </a:prstGeom>
            <a:noFill/>
            <a:ln/>
          </p:spPr>
          <p:txBody>
            <a:bodyPr wrap="square" rtlCol="0" anchor="t"/>
            <a:lstStyle/>
            <a:p>
              <a:pPr marL="0" indent="0">
                <a:buNone/>
              </a:pPr>
              <a:r>
                <a:rPr lang="en-US" sz="1600" dirty="0">
                  <a:solidFill>
                    <a:srgbClr val="2A1A1A"/>
                  </a:solidFill>
                  <a:latin typeface="Arial" pitchFamily="34" charset="0"/>
                  <a:ea typeface="Arial" pitchFamily="34" charset="-122"/>
                  <a:cs typeface="Arial" pitchFamily="34" charset="-120"/>
                </a:rPr>
                <a:t>Nút loa đọc nội dung bằng Web Speech API tiếng Việt</a:t>
              </a:r>
              <a:endParaRPr lang="en-US" sz="1600" dirty="0"/>
            </a:p>
          </p:txBody>
        </p:sp>
        <p:sp>
          <p:nvSpPr>
            <p:cNvPr id="21" name="Shape 15">
              <a:extLst>
                <a:ext uri="{FF2B5EF4-FFF2-40B4-BE49-F238E27FC236}">
                  <a16:creationId xmlns:a16="http://schemas.microsoft.com/office/drawing/2014/main" id="{B90FD3B0-2FA7-B1B0-8BE1-F731E1FB08DE}"/>
                </a:ext>
              </a:extLst>
            </p:cNvPr>
            <p:cNvSpPr/>
            <p:nvPr/>
          </p:nvSpPr>
          <p:spPr>
            <a:xfrm>
              <a:off x="6263640" y="3679821"/>
              <a:ext cx="5440680" cy="1800478"/>
            </a:xfrm>
            <a:prstGeom prst="roundRect">
              <a:avLst>
                <a:gd name="adj" fmla="val 4444"/>
              </a:avLst>
            </a:prstGeom>
            <a:solidFill>
              <a:srgbClr val="FFFFFF"/>
            </a:solidFill>
            <a:ln/>
            <a:effectLst>
              <a:outerShdw blurRad="76200" dist="25400" dir="5400000" algn="bl" rotWithShape="0">
                <a:srgbClr val="000000">
                  <a:alpha val="18000"/>
                </a:srgbClr>
              </a:outerShdw>
            </a:effectLst>
          </p:spPr>
        </p:sp>
        <p:sp>
          <p:nvSpPr>
            <p:cNvPr id="22" name="Shape 16">
              <a:extLst>
                <a:ext uri="{FF2B5EF4-FFF2-40B4-BE49-F238E27FC236}">
                  <a16:creationId xmlns:a16="http://schemas.microsoft.com/office/drawing/2014/main" id="{23CA7079-D2DE-8313-2E01-F2C6F031A3C0}"/>
                </a:ext>
              </a:extLst>
            </p:cNvPr>
            <p:cNvSpPr/>
            <p:nvPr/>
          </p:nvSpPr>
          <p:spPr>
            <a:xfrm>
              <a:off x="6583680" y="3969512"/>
              <a:ext cx="731520" cy="731520"/>
            </a:xfrm>
            <a:prstGeom prst="ellipse">
              <a:avLst/>
            </a:prstGeom>
            <a:solidFill>
              <a:srgbClr val="EFD9D9"/>
            </a:solidFill>
            <a:ln/>
            <a:effectLst>
              <a:outerShdw blurRad="76200" dist="25400" dir="5400000" algn="bl" rotWithShape="0">
                <a:srgbClr val="000000">
                  <a:alpha val="16000"/>
                </a:srgbClr>
              </a:outerShdw>
            </a:effectLst>
          </p:spPr>
        </p:sp>
        <p:pic>
          <p:nvPicPr>
            <p:cNvPr id="23" name="Image 4" descr="preencoded.png">
              <a:extLst>
                <a:ext uri="{FF2B5EF4-FFF2-40B4-BE49-F238E27FC236}">
                  <a16:creationId xmlns:a16="http://schemas.microsoft.com/office/drawing/2014/main" id="{DDBEAC14-20D1-D32F-9308-786ADEC0843B}"/>
                </a:ext>
              </a:extLst>
            </p:cNvPr>
            <p:cNvPicPr>
              <a:picLocks noChangeAspect="1"/>
            </p:cNvPicPr>
            <p:nvPr/>
          </p:nvPicPr>
          <p:blipFill>
            <a:blip r:embed="rId6"/>
            <a:stretch>
              <a:fillRect/>
            </a:stretch>
          </p:blipFill>
          <p:spPr>
            <a:xfrm>
              <a:off x="6766560" y="4152392"/>
              <a:ext cx="365760" cy="365760"/>
            </a:xfrm>
            <a:prstGeom prst="rect">
              <a:avLst/>
            </a:prstGeom>
          </p:spPr>
        </p:pic>
        <p:sp>
          <p:nvSpPr>
            <p:cNvPr id="24" name="Text 17">
              <a:extLst>
                <a:ext uri="{FF2B5EF4-FFF2-40B4-BE49-F238E27FC236}">
                  <a16:creationId xmlns:a16="http://schemas.microsoft.com/office/drawing/2014/main" id="{93DE9E0B-04A9-99D6-0EB9-2AA8E72CFFB2}"/>
                </a:ext>
              </a:extLst>
            </p:cNvPr>
            <p:cNvSpPr/>
            <p:nvPr/>
          </p:nvSpPr>
          <p:spPr>
            <a:xfrm>
              <a:off x="7452360" y="4006088"/>
              <a:ext cx="4069080" cy="54864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Hình ảnh tư liệu</a:t>
              </a:r>
              <a:endParaRPr lang="en-US" dirty="0"/>
            </a:p>
          </p:txBody>
        </p:sp>
        <p:sp>
          <p:nvSpPr>
            <p:cNvPr id="25" name="Text 18">
              <a:extLst>
                <a:ext uri="{FF2B5EF4-FFF2-40B4-BE49-F238E27FC236}">
                  <a16:creationId xmlns:a16="http://schemas.microsoft.com/office/drawing/2014/main" id="{61A1B705-0C56-8DA9-E3E8-E3B4AD6C2B30}"/>
                </a:ext>
              </a:extLst>
            </p:cNvPr>
            <p:cNvSpPr/>
            <p:nvPr/>
          </p:nvSpPr>
          <p:spPr>
            <a:xfrm>
              <a:off x="6583680" y="4765040"/>
              <a:ext cx="4800600" cy="777240"/>
            </a:xfrm>
            <a:prstGeom prst="rect">
              <a:avLst/>
            </a:prstGeom>
            <a:noFill/>
            <a:ln/>
          </p:spPr>
          <p:txBody>
            <a:bodyPr wrap="square" rtlCol="0" anchor="t"/>
            <a:lstStyle/>
            <a:p>
              <a:pPr marL="0" indent="0">
                <a:buNone/>
              </a:pPr>
              <a:r>
                <a:rPr lang="en-US" sz="1600" dirty="0">
                  <a:solidFill>
                    <a:srgbClr val="2A1A1A"/>
                  </a:solidFill>
                  <a:latin typeface="Arial" pitchFamily="34" charset="0"/>
                  <a:ea typeface="Arial" pitchFamily="34" charset="-122"/>
                  <a:cs typeface="Arial" pitchFamily="34" charset="-120"/>
                </a:rPr>
                <a:t>Mỗi sự kiện </a:t>
              </a:r>
              <a:r>
                <a:rPr lang="en-US" sz="1600">
                  <a:solidFill>
                    <a:srgbClr val="2A1A1A"/>
                  </a:solidFill>
                  <a:latin typeface="Arial" pitchFamily="34" charset="0"/>
                  <a:ea typeface="Arial" pitchFamily="34" charset="-122"/>
                  <a:cs typeface="Arial" pitchFamily="34" charset="-120"/>
                </a:rPr>
                <a:t>kèm ảnh (nếu có), </a:t>
              </a:r>
              <a:r>
                <a:rPr lang="en-US" sz="1600" dirty="0">
                  <a:solidFill>
                    <a:srgbClr val="2A1A1A"/>
                  </a:solidFill>
                  <a:latin typeface="Arial" pitchFamily="34" charset="0"/>
                  <a:ea typeface="Arial" pitchFamily="34" charset="-122"/>
                  <a:cs typeface="Arial" pitchFamily="34" charset="-120"/>
                </a:rPr>
                <a:t>click phóng to bằng lightbox</a:t>
              </a:r>
              <a:endParaRPr lang="en-US" sz="1600" dirty="0"/>
            </a:p>
          </p:txBody>
        </p:sp>
      </p:grpSp>
      <p:sp>
        <p:nvSpPr>
          <p:cNvPr id="26" name="Text 7">
            <a:extLst>
              <a:ext uri="{FF2B5EF4-FFF2-40B4-BE49-F238E27FC236}">
                <a16:creationId xmlns:a16="http://schemas.microsoft.com/office/drawing/2014/main" id="{371BFAE5-B930-1153-0DAA-37C2218D722C}"/>
              </a:ext>
            </a:extLst>
          </p:cNvPr>
          <p:cNvSpPr/>
          <p:nvPr/>
        </p:nvSpPr>
        <p:spPr>
          <a:xfrm>
            <a:off x="1082040" y="1746886"/>
            <a:ext cx="3840480" cy="457200"/>
          </a:xfrm>
          <a:prstGeom prst="rect">
            <a:avLst/>
          </a:prstGeom>
          <a:noFill/>
          <a:ln/>
        </p:spPr>
        <p:txBody>
          <a:bodyPr wrap="square" rtlCol="0" anchor="ctr"/>
          <a:lstStyle/>
          <a:p>
            <a:pPr marL="0" indent="0">
              <a:buNone/>
            </a:pPr>
            <a:r>
              <a:rPr lang="en-US" sz="2200" b="1">
                <a:solidFill>
                  <a:srgbClr val="8B1212"/>
                </a:solidFill>
                <a:latin typeface="Cambria" pitchFamily="34" charset="0"/>
                <a:ea typeface="Cambria" pitchFamily="34" charset="-122"/>
                <a:cs typeface="Cambria" pitchFamily="34" charset="-120"/>
              </a:rPr>
              <a:t>Chế độ Khám phá</a:t>
            </a:r>
          </a:p>
        </p:txBody>
      </p:sp>
      <p:sp>
        <p:nvSpPr>
          <p:cNvPr id="27" name="Text 2">
            <a:extLst>
              <a:ext uri="{FF2B5EF4-FFF2-40B4-BE49-F238E27FC236}">
                <a16:creationId xmlns:a16="http://schemas.microsoft.com/office/drawing/2014/main" id="{ADA59DFE-5B79-BCA8-0D83-CE48EBBA755D}"/>
              </a:ext>
            </a:extLst>
          </p:cNvPr>
          <p:cNvSpPr/>
          <p:nvPr/>
        </p:nvSpPr>
        <p:spPr>
          <a:xfrm>
            <a:off x="3561309" y="1862013"/>
            <a:ext cx="4836668" cy="277876"/>
          </a:xfrm>
          <a:prstGeom prst="rect">
            <a:avLst/>
          </a:prstGeom>
          <a:noFill/>
          <a:ln/>
        </p:spPr>
        <p:txBody>
          <a:bodyPr wrap="square" rtlCol="0" anchor="ctr"/>
          <a:lstStyle/>
          <a:p>
            <a:r>
              <a:rPr lang="en-US" sz="1500" i="1">
                <a:solidFill>
                  <a:srgbClr val="7A6A60"/>
                </a:solidFill>
                <a:latin typeface="Arial" pitchFamily="34" charset="0"/>
                <a:ea typeface="Arial" pitchFamily="34" charset="-122"/>
                <a:cs typeface="Arial" pitchFamily="34" charset="-120"/>
              </a:rPr>
              <a:t>Chế độ chính — tự do tra cứu lịch sử từng tỉnh</a:t>
            </a:r>
            <a:endParaRPr lang="en-US" sz="1500" dirty="0"/>
          </a:p>
        </p:txBody>
      </p:sp>
      <p:sp>
        <p:nvSpPr>
          <p:cNvPr id="28" name="Text 0">
            <a:extLst>
              <a:ext uri="{FF2B5EF4-FFF2-40B4-BE49-F238E27FC236}">
                <a16:creationId xmlns:a16="http://schemas.microsoft.com/office/drawing/2014/main" id="{45FD0138-67AE-A1B9-A9AB-62DF9759B17A}"/>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29" name="TextBox 28">
            <a:extLst>
              <a:ext uri="{FF2B5EF4-FFF2-40B4-BE49-F238E27FC236}">
                <a16:creationId xmlns:a16="http://schemas.microsoft.com/office/drawing/2014/main" id="{B83BC7F8-29C8-DF26-FC85-9CC4D8F89415}"/>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Tree>
    <p:extLst>
      <p:ext uri="{BB962C8B-B14F-4D97-AF65-F5344CB8AC3E}">
        <p14:creationId xmlns:p14="http://schemas.microsoft.com/office/powerpoint/2010/main" val="348325756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77686BF2-461A-12A8-6CDF-9074B31C177E}"/>
            </a:ext>
          </a:extLst>
        </p:cNvPr>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33392A35-B39F-F2D7-D384-57699584F8C4}"/>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D9EE30C-C949-AE35-5A81-4BDB9D7AEE76}"/>
              </a:ext>
            </a:extLst>
          </p:cNvPr>
          <p:cNvPicPr>
            <a:picLocks noChangeAspect="1"/>
          </p:cNvPicPr>
          <p:nvPr/>
        </p:nvPicPr>
        <p:blipFill>
          <a:blip r:embed="rId3"/>
          <a:stretch>
            <a:fillRect/>
          </a:stretch>
        </p:blipFill>
        <p:spPr>
          <a:xfrm>
            <a:off x="584704" y="1621155"/>
            <a:ext cx="10900671" cy="4955890"/>
          </a:xfrm>
          <a:prstGeom prst="rect">
            <a:avLst/>
          </a:prstGeom>
        </p:spPr>
      </p:pic>
      <p:sp>
        <p:nvSpPr>
          <p:cNvPr id="7" name="Text 0">
            <a:extLst>
              <a:ext uri="{FF2B5EF4-FFF2-40B4-BE49-F238E27FC236}">
                <a16:creationId xmlns:a16="http://schemas.microsoft.com/office/drawing/2014/main" id="{2F400E4F-DE46-B06E-1460-77117C842C1F}"/>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8" name="TextBox 7">
            <a:extLst>
              <a:ext uri="{FF2B5EF4-FFF2-40B4-BE49-F238E27FC236}">
                <a16:creationId xmlns:a16="http://schemas.microsoft.com/office/drawing/2014/main" id="{78549258-06C9-9CA7-2185-E1A85E70209B}"/>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Tree>
    <p:extLst>
      <p:ext uri="{BB962C8B-B14F-4D97-AF65-F5344CB8AC3E}">
        <p14:creationId xmlns:p14="http://schemas.microsoft.com/office/powerpoint/2010/main" val="155888400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5AE3BB05-CBCF-6233-E26E-113F8A3FC945}"/>
            </a:ext>
          </a:extLst>
        </p:cNvPr>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B25C0D0B-7C2F-8EF5-08B6-808318C1D5AE}"/>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
        <p:nvSpPr>
          <p:cNvPr id="7" name="Text 0">
            <a:extLst>
              <a:ext uri="{FF2B5EF4-FFF2-40B4-BE49-F238E27FC236}">
                <a16:creationId xmlns:a16="http://schemas.microsoft.com/office/drawing/2014/main" id="{8D49FDB8-8742-51D2-6480-EA96F49A6B06}"/>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8" name="TextBox 7">
            <a:extLst>
              <a:ext uri="{FF2B5EF4-FFF2-40B4-BE49-F238E27FC236}">
                <a16:creationId xmlns:a16="http://schemas.microsoft.com/office/drawing/2014/main" id="{F75A890E-4190-9040-AC26-23A0E0949929}"/>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grpSp>
        <p:nvGrpSpPr>
          <p:cNvPr id="39" name="Group 38">
            <a:extLst>
              <a:ext uri="{FF2B5EF4-FFF2-40B4-BE49-F238E27FC236}">
                <a16:creationId xmlns:a16="http://schemas.microsoft.com/office/drawing/2014/main" id="{D9D4CA72-4DA6-4E44-ABA1-1D28EA2E9670}"/>
              </a:ext>
            </a:extLst>
          </p:cNvPr>
          <p:cNvGrpSpPr/>
          <p:nvPr/>
        </p:nvGrpSpPr>
        <p:grpSpPr>
          <a:xfrm>
            <a:off x="713232" y="1627632"/>
            <a:ext cx="5394960" cy="4754880"/>
            <a:chOff x="6263640" y="1371600"/>
            <a:chExt cx="5394960" cy="4754880"/>
          </a:xfrm>
        </p:grpSpPr>
        <p:sp>
          <p:nvSpPr>
            <p:cNvPr id="34" name="Shape 5">
              <a:extLst>
                <a:ext uri="{FF2B5EF4-FFF2-40B4-BE49-F238E27FC236}">
                  <a16:creationId xmlns:a16="http://schemas.microsoft.com/office/drawing/2014/main" id="{86059829-B96A-8867-499E-9B1D2E77E885}"/>
                </a:ext>
              </a:extLst>
            </p:cNvPr>
            <p:cNvSpPr/>
            <p:nvPr/>
          </p:nvSpPr>
          <p:spPr>
            <a:xfrm>
              <a:off x="6263640" y="1371600"/>
              <a:ext cx="5394960" cy="4754880"/>
            </a:xfrm>
            <a:prstGeom prst="roundRect">
              <a:avLst>
                <a:gd name="adj" fmla="val 2308"/>
              </a:avLst>
            </a:prstGeom>
            <a:solidFill>
              <a:srgbClr val="8B1212"/>
            </a:solidFill>
            <a:ln/>
            <a:effectLst>
              <a:outerShdw blurRad="101600" dist="38100" dir="5400000" algn="bl" rotWithShape="0">
                <a:srgbClr val="000000">
                  <a:alpha val="18000"/>
                </a:srgbClr>
              </a:outerShdw>
            </a:effectLst>
          </p:spPr>
        </p:sp>
        <p:sp>
          <p:nvSpPr>
            <p:cNvPr id="37" name="Text 7">
              <a:extLst>
                <a:ext uri="{FF2B5EF4-FFF2-40B4-BE49-F238E27FC236}">
                  <a16:creationId xmlns:a16="http://schemas.microsoft.com/office/drawing/2014/main" id="{3A0AB4E5-30CB-6A5E-1D81-C61813199C2E}"/>
                </a:ext>
              </a:extLst>
            </p:cNvPr>
            <p:cNvSpPr/>
            <p:nvPr/>
          </p:nvSpPr>
          <p:spPr>
            <a:xfrm>
              <a:off x="6632448" y="1797812"/>
              <a:ext cx="3840480" cy="457200"/>
            </a:xfrm>
            <a:prstGeom prst="rect">
              <a:avLst/>
            </a:prstGeom>
            <a:noFill/>
            <a:ln/>
          </p:spPr>
          <p:txBody>
            <a:bodyPr wrap="square" rtlCol="0" anchor="ctr"/>
            <a:lstStyle/>
            <a:p>
              <a:pPr marL="0" indent="0">
                <a:buNone/>
              </a:pPr>
              <a:r>
                <a:rPr lang="en-US" sz="2200" b="1">
                  <a:solidFill>
                    <a:srgbClr val="F0C040"/>
                  </a:solidFill>
                  <a:latin typeface="Cambria" pitchFamily="34" charset="0"/>
                  <a:ea typeface="Cambria" pitchFamily="34" charset="-122"/>
                  <a:cs typeface="Cambria" pitchFamily="34" charset="-120"/>
                </a:rPr>
                <a:t>Chế độ Giai đoạn</a:t>
              </a:r>
              <a:endParaRPr lang="en-US" sz="2200" b="1" dirty="0">
                <a:solidFill>
                  <a:srgbClr val="F0C040"/>
                </a:solidFill>
                <a:latin typeface="Cambria" pitchFamily="34" charset="0"/>
                <a:ea typeface="Cambria" pitchFamily="34" charset="-122"/>
                <a:cs typeface="Cambria" pitchFamily="34" charset="-120"/>
              </a:endParaRPr>
            </a:p>
          </p:txBody>
        </p:sp>
      </p:grpSp>
      <p:sp>
        <p:nvSpPr>
          <p:cNvPr id="40" name="Text 3">
            <a:extLst>
              <a:ext uri="{FF2B5EF4-FFF2-40B4-BE49-F238E27FC236}">
                <a16:creationId xmlns:a16="http://schemas.microsoft.com/office/drawing/2014/main" id="{1CF1B6B7-40B4-7826-1239-A385B4DC3993}"/>
              </a:ext>
            </a:extLst>
          </p:cNvPr>
          <p:cNvSpPr/>
          <p:nvPr/>
        </p:nvSpPr>
        <p:spPr>
          <a:xfrm>
            <a:off x="1097280" y="2620106"/>
            <a:ext cx="4553712" cy="3248927"/>
          </a:xfrm>
          <a:prstGeom prst="rect">
            <a:avLst/>
          </a:prstGeom>
          <a:noFill/>
          <a:ln/>
        </p:spPr>
        <p:txBody>
          <a:bodyPr wrap="square" rtlCol="0" anchor="t"/>
          <a:lstStyle/>
          <a:p>
            <a:pPr marL="0" indent="0">
              <a:spcAft>
                <a:spcPts val="1200"/>
              </a:spcAft>
              <a:buNone/>
            </a:pPr>
            <a:r>
              <a:rPr lang="en-US" b="1" dirty="0">
                <a:solidFill>
                  <a:schemeClr val="bg1"/>
                </a:solidFill>
                <a:latin typeface="Arial" pitchFamily="34" charset="0"/>
                <a:ea typeface="Arial" pitchFamily="34" charset="-122"/>
                <a:cs typeface="Arial" pitchFamily="34" charset="-120"/>
              </a:rPr>
              <a:t>Bản </a:t>
            </a:r>
            <a:r>
              <a:rPr lang="en-US" b="1">
                <a:solidFill>
                  <a:schemeClr val="bg1"/>
                </a:solidFill>
                <a:latin typeface="Arial" pitchFamily="34" charset="0"/>
                <a:ea typeface="Arial" pitchFamily="34" charset="-122"/>
                <a:cs typeface="Arial" pitchFamily="34" charset="-120"/>
              </a:rPr>
              <a:t>đồ “kể </a:t>
            </a:r>
            <a:r>
              <a:rPr lang="en-US" b="1" dirty="0">
                <a:solidFill>
                  <a:schemeClr val="bg1"/>
                </a:solidFill>
                <a:latin typeface="Arial" pitchFamily="34" charset="0"/>
                <a:ea typeface="Arial" pitchFamily="34" charset="-122"/>
                <a:cs typeface="Arial" pitchFamily="34" charset="-120"/>
              </a:rPr>
              <a:t>chuyện” theo thời gian</a:t>
            </a:r>
            <a:endParaRPr lang="en-US" dirty="0">
              <a:solidFill>
                <a:schemeClr val="bg1"/>
              </a:solidFill>
            </a:endParaRPr>
          </a:p>
          <a:p>
            <a:pPr marL="342900" indent="-342900">
              <a:spcAft>
                <a:spcPts val="900"/>
              </a:spcAft>
              <a:buSzPct val="100000"/>
              <a:buChar char="•"/>
            </a:pPr>
            <a:r>
              <a:rPr lang="en-US" dirty="0">
                <a:solidFill>
                  <a:schemeClr val="bg1"/>
                </a:solidFill>
                <a:latin typeface="Arial" pitchFamily="34" charset="0"/>
                <a:ea typeface="Arial" pitchFamily="34" charset="-122"/>
                <a:cs typeface="Arial" pitchFamily="34" charset="-120"/>
              </a:rPr>
              <a:t>Chọn 1 trong 6 giai đoạn lịch sử</a:t>
            </a:r>
            <a:endParaRPr lang="en-US" dirty="0">
              <a:solidFill>
                <a:schemeClr val="bg1"/>
              </a:solidFill>
            </a:endParaRPr>
          </a:p>
          <a:p>
            <a:pPr marL="342900" indent="-342900">
              <a:spcAft>
                <a:spcPts val="900"/>
              </a:spcAft>
              <a:buSzPct val="100000"/>
              <a:buChar char="•"/>
            </a:pPr>
            <a:r>
              <a:rPr lang="en-US" dirty="0">
                <a:solidFill>
                  <a:schemeClr val="bg1"/>
                </a:solidFill>
                <a:latin typeface="Arial" pitchFamily="34" charset="0"/>
                <a:ea typeface="Arial" pitchFamily="34" charset="-122"/>
                <a:cs typeface="Arial" pitchFamily="34" charset="-120"/>
              </a:rPr>
              <a:t>Tỉnh có nhiều sự kiện → màu càng đậm</a:t>
            </a:r>
            <a:endParaRPr lang="en-US" dirty="0">
              <a:solidFill>
                <a:schemeClr val="bg1"/>
              </a:solidFill>
            </a:endParaRPr>
          </a:p>
          <a:p>
            <a:pPr marL="342900" indent="-342900" algn="just">
              <a:spcAft>
                <a:spcPts val="900"/>
              </a:spcAft>
              <a:buSzPct val="100000"/>
              <a:buChar char="•"/>
            </a:pPr>
            <a:r>
              <a:rPr lang="en-US" dirty="0">
                <a:solidFill>
                  <a:schemeClr val="bg1"/>
                </a:solidFill>
                <a:latin typeface="Arial" pitchFamily="34" charset="0"/>
                <a:ea typeface="Arial" pitchFamily="34" charset="-122"/>
                <a:cs typeface="Arial" pitchFamily="34" charset="-120"/>
              </a:rPr>
              <a:t>Công thức: opacity = 0.2 + (count/max) × 0.65</a:t>
            </a:r>
            <a:endParaRPr lang="en-US" dirty="0">
              <a:solidFill>
                <a:schemeClr val="bg1"/>
              </a:solidFill>
            </a:endParaRPr>
          </a:p>
          <a:p>
            <a:pPr marL="342900" indent="-342900" algn="just">
              <a:buSzPct val="100000"/>
              <a:buChar char="•"/>
            </a:pPr>
            <a:r>
              <a:rPr lang="en-US" b="1" dirty="0">
                <a:solidFill>
                  <a:schemeClr val="bg1"/>
                </a:solidFill>
                <a:latin typeface="Arial" pitchFamily="34" charset="0"/>
                <a:ea typeface="Arial" pitchFamily="34" charset="-122"/>
                <a:cs typeface="Arial" pitchFamily="34" charset="-120"/>
              </a:rPr>
              <a:t>Lãnh thổ động: tỉnh phía Nam mờ đi ở thời kỳ đầu — tái hiện quá trình “mở cõi” Nam tiến</a:t>
            </a:r>
            <a:endParaRPr lang="en-US" dirty="0">
              <a:solidFill>
                <a:schemeClr val="bg1"/>
              </a:solidFill>
            </a:endParaRPr>
          </a:p>
        </p:txBody>
      </p:sp>
      <p:grpSp>
        <p:nvGrpSpPr>
          <p:cNvPr id="41" name="Group 40">
            <a:extLst>
              <a:ext uri="{FF2B5EF4-FFF2-40B4-BE49-F238E27FC236}">
                <a16:creationId xmlns:a16="http://schemas.microsoft.com/office/drawing/2014/main" id="{680B060B-5869-5497-3642-313659E50737}"/>
              </a:ext>
            </a:extLst>
          </p:cNvPr>
          <p:cNvGrpSpPr/>
          <p:nvPr/>
        </p:nvGrpSpPr>
        <p:grpSpPr>
          <a:xfrm>
            <a:off x="6396228" y="1621154"/>
            <a:ext cx="5074920" cy="4761357"/>
            <a:chOff x="6583680" y="1463040"/>
            <a:chExt cx="5074920" cy="4663440"/>
          </a:xfrm>
        </p:grpSpPr>
        <p:sp>
          <p:nvSpPr>
            <p:cNvPr id="42" name="Shape 4">
              <a:extLst>
                <a:ext uri="{FF2B5EF4-FFF2-40B4-BE49-F238E27FC236}">
                  <a16:creationId xmlns:a16="http://schemas.microsoft.com/office/drawing/2014/main" id="{D78BB62E-AE30-C8B0-E1E4-2839251BEA85}"/>
                </a:ext>
              </a:extLst>
            </p:cNvPr>
            <p:cNvSpPr/>
            <p:nvPr/>
          </p:nvSpPr>
          <p:spPr>
            <a:xfrm>
              <a:off x="6583680" y="1463040"/>
              <a:ext cx="5074920" cy="4663440"/>
            </a:xfrm>
            <a:prstGeom prst="roundRect">
              <a:avLst>
                <a:gd name="adj" fmla="val 1961"/>
              </a:avLst>
            </a:prstGeom>
            <a:solidFill>
              <a:srgbClr val="FFFFFF"/>
            </a:solidFill>
            <a:ln/>
            <a:effectLst>
              <a:outerShdw blurRad="101600" dist="38100" dir="5400000" algn="bl" rotWithShape="0">
                <a:srgbClr val="000000">
                  <a:alpha val="18000"/>
                </a:srgbClr>
              </a:outerShdw>
            </a:effectLst>
          </p:spPr>
        </p:sp>
        <p:sp>
          <p:nvSpPr>
            <p:cNvPr id="43" name="Text 5">
              <a:extLst>
                <a:ext uri="{FF2B5EF4-FFF2-40B4-BE49-F238E27FC236}">
                  <a16:creationId xmlns:a16="http://schemas.microsoft.com/office/drawing/2014/main" id="{B2F421A8-C64B-490C-6436-5DD319CE3CF1}"/>
                </a:ext>
              </a:extLst>
            </p:cNvPr>
            <p:cNvSpPr/>
            <p:nvPr/>
          </p:nvSpPr>
          <p:spPr>
            <a:xfrm>
              <a:off x="6812280" y="1627632"/>
              <a:ext cx="4572000" cy="365760"/>
            </a:xfrm>
            <a:prstGeom prst="rect">
              <a:avLst/>
            </a:prstGeom>
            <a:noFill/>
            <a:ln/>
          </p:spPr>
          <p:txBody>
            <a:bodyPr wrap="square" rtlCol="0" anchor="ctr"/>
            <a:lstStyle/>
            <a:p>
              <a:pPr marL="0" indent="0">
                <a:buNone/>
              </a:pPr>
              <a:r>
                <a:rPr lang="en-US" sz="1500" b="1" dirty="0">
                  <a:solidFill>
                    <a:srgbClr val="3B6D11"/>
                  </a:solidFill>
                  <a:latin typeface="Cambria" pitchFamily="34" charset="0"/>
                  <a:ea typeface="Cambria" pitchFamily="34" charset="-122"/>
                  <a:cs typeface="Cambria" pitchFamily="34" charset="-120"/>
                </a:rPr>
                <a:t>Mật độ sự kiện theo tỉnh</a:t>
              </a:r>
              <a:endParaRPr lang="en-US" sz="1500" dirty="0"/>
            </a:p>
          </p:txBody>
        </p:sp>
        <p:sp>
          <p:nvSpPr>
            <p:cNvPr id="44" name="Text 6">
              <a:extLst>
                <a:ext uri="{FF2B5EF4-FFF2-40B4-BE49-F238E27FC236}">
                  <a16:creationId xmlns:a16="http://schemas.microsoft.com/office/drawing/2014/main" id="{E0D9D7E9-15B7-628C-3E6C-5B0CC29A11BD}"/>
                </a:ext>
              </a:extLst>
            </p:cNvPr>
            <p:cNvSpPr/>
            <p:nvPr/>
          </p:nvSpPr>
          <p:spPr>
            <a:xfrm>
              <a:off x="6812280" y="2194560"/>
              <a:ext cx="1371600" cy="320040"/>
            </a:xfrm>
            <a:prstGeom prst="rect">
              <a:avLst/>
            </a:prstGeom>
            <a:noFill/>
            <a:ln/>
          </p:spPr>
          <p:txBody>
            <a:bodyPr wrap="square" rtlCol="0" anchor="ctr"/>
            <a:lstStyle/>
            <a:p>
              <a:pPr marL="0" indent="0">
                <a:buNone/>
              </a:pPr>
              <a:r>
                <a:rPr lang="en-US" sz="1200" dirty="0">
                  <a:solidFill>
                    <a:srgbClr val="2A1A1A"/>
                  </a:solidFill>
                  <a:latin typeface="Arial" pitchFamily="34" charset="0"/>
                  <a:ea typeface="Arial" pitchFamily="34" charset="-122"/>
                  <a:cs typeface="Arial" pitchFamily="34" charset="-120"/>
                </a:rPr>
                <a:t>Hà Nội</a:t>
              </a:r>
              <a:endParaRPr lang="en-US" sz="1200" dirty="0"/>
            </a:p>
          </p:txBody>
        </p:sp>
        <p:sp>
          <p:nvSpPr>
            <p:cNvPr id="45" name="Shape 7">
              <a:extLst>
                <a:ext uri="{FF2B5EF4-FFF2-40B4-BE49-F238E27FC236}">
                  <a16:creationId xmlns:a16="http://schemas.microsoft.com/office/drawing/2014/main" id="{F95FEFD4-7238-86D7-4AA2-C0F08328E857}"/>
                </a:ext>
              </a:extLst>
            </p:cNvPr>
            <p:cNvSpPr/>
            <p:nvPr/>
          </p:nvSpPr>
          <p:spPr>
            <a:xfrm>
              <a:off x="8229600" y="2240280"/>
              <a:ext cx="3200400" cy="256032"/>
            </a:xfrm>
            <a:prstGeom prst="roundRect">
              <a:avLst>
                <a:gd name="adj" fmla="val 14286"/>
              </a:avLst>
            </a:prstGeom>
            <a:solidFill>
              <a:srgbClr val="E6EEDB"/>
            </a:solidFill>
            <a:ln/>
          </p:spPr>
        </p:sp>
        <p:sp>
          <p:nvSpPr>
            <p:cNvPr id="46" name="Shape 8">
              <a:extLst>
                <a:ext uri="{FF2B5EF4-FFF2-40B4-BE49-F238E27FC236}">
                  <a16:creationId xmlns:a16="http://schemas.microsoft.com/office/drawing/2014/main" id="{C81D04EF-B311-D573-9793-498BF8CA5589}"/>
                </a:ext>
              </a:extLst>
            </p:cNvPr>
            <p:cNvSpPr/>
            <p:nvPr/>
          </p:nvSpPr>
          <p:spPr>
            <a:xfrm>
              <a:off x="8229600" y="2240280"/>
              <a:ext cx="2944368" cy="256032"/>
            </a:xfrm>
            <a:prstGeom prst="roundRect">
              <a:avLst>
                <a:gd name="adj" fmla="val 14286"/>
              </a:avLst>
            </a:prstGeom>
            <a:solidFill>
              <a:srgbClr val="3B6D11">
                <a:alpha val="96000"/>
              </a:srgbClr>
            </a:solidFill>
            <a:ln/>
          </p:spPr>
        </p:sp>
        <p:sp>
          <p:nvSpPr>
            <p:cNvPr id="47" name="Text 9">
              <a:extLst>
                <a:ext uri="{FF2B5EF4-FFF2-40B4-BE49-F238E27FC236}">
                  <a16:creationId xmlns:a16="http://schemas.microsoft.com/office/drawing/2014/main" id="{E9AF7DA8-6D09-1474-C4BE-09F81F3B3514}"/>
                </a:ext>
              </a:extLst>
            </p:cNvPr>
            <p:cNvSpPr/>
            <p:nvPr/>
          </p:nvSpPr>
          <p:spPr>
            <a:xfrm>
              <a:off x="6812280" y="2761488"/>
              <a:ext cx="1371600" cy="320040"/>
            </a:xfrm>
            <a:prstGeom prst="rect">
              <a:avLst/>
            </a:prstGeom>
            <a:noFill/>
            <a:ln/>
          </p:spPr>
          <p:txBody>
            <a:bodyPr wrap="square" rtlCol="0" anchor="ctr"/>
            <a:lstStyle/>
            <a:p>
              <a:pPr marL="0" indent="0">
                <a:buNone/>
              </a:pPr>
              <a:r>
                <a:rPr lang="en-US" sz="1200" dirty="0">
                  <a:solidFill>
                    <a:srgbClr val="2A1A1A"/>
                  </a:solidFill>
                  <a:latin typeface="Arial" pitchFamily="34" charset="0"/>
                  <a:ea typeface="Arial" pitchFamily="34" charset="-122"/>
                  <a:cs typeface="Arial" pitchFamily="34" charset="-120"/>
                </a:rPr>
                <a:t>Nghệ An</a:t>
              </a:r>
              <a:endParaRPr lang="en-US" sz="1200" dirty="0"/>
            </a:p>
          </p:txBody>
        </p:sp>
        <p:sp>
          <p:nvSpPr>
            <p:cNvPr id="48" name="Shape 10">
              <a:extLst>
                <a:ext uri="{FF2B5EF4-FFF2-40B4-BE49-F238E27FC236}">
                  <a16:creationId xmlns:a16="http://schemas.microsoft.com/office/drawing/2014/main" id="{D748B0EE-36EF-02FA-2089-536307ECEC08}"/>
                </a:ext>
              </a:extLst>
            </p:cNvPr>
            <p:cNvSpPr/>
            <p:nvPr/>
          </p:nvSpPr>
          <p:spPr>
            <a:xfrm>
              <a:off x="8229600" y="2807208"/>
              <a:ext cx="3200400" cy="256032"/>
            </a:xfrm>
            <a:prstGeom prst="roundRect">
              <a:avLst>
                <a:gd name="adj" fmla="val 14286"/>
              </a:avLst>
            </a:prstGeom>
            <a:solidFill>
              <a:srgbClr val="E6EEDB"/>
            </a:solidFill>
            <a:ln/>
          </p:spPr>
        </p:sp>
        <p:sp>
          <p:nvSpPr>
            <p:cNvPr id="49" name="Shape 11">
              <a:extLst>
                <a:ext uri="{FF2B5EF4-FFF2-40B4-BE49-F238E27FC236}">
                  <a16:creationId xmlns:a16="http://schemas.microsoft.com/office/drawing/2014/main" id="{D9FEB565-8549-99AA-EB73-72934CADC21A}"/>
                </a:ext>
              </a:extLst>
            </p:cNvPr>
            <p:cNvSpPr/>
            <p:nvPr/>
          </p:nvSpPr>
          <p:spPr>
            <a:xfrm>
              <a:off x="8229600" y="2807208"/>
              <a:ext cx="2176272" cy="256032"/>
            </a:xfrm>
            <a:prstGeom prst="roundRect">
              <a:avLst>
                <a:gd name="adj" fmla="val 14286"/>
              </a:avLst>
            </a:prstGeom>
            <a:solidFill>
              <a:srgbClr val="3B6D11">
                <a:alpha val="86000"/>
              </a:srgbClr>
            </a:solidFill>
            <a:ln/>
          </p:spPr>
        </p:sp>
        <p:sp>
          <p:nvSpPr>
            <p:cNvPr id="50" name="Text 12">
              <a:extLst>
                <a:ext uri="{FF2B5EF4-FFF2-40B4-BE49-F238E27FC236}">
                  <a16:creationId xmlns:a16="http://schemas.microsoft.com/office/drawing/2014/main" id="{E506708F-9A4C-9209-E67C-8FAEB964E28F}"/>
                </a:ext>
              </a:extLst>
            </p:cNvPr>
            <p:cNvSpPr/>
            <p:nvPr/>
          </p:nvSpPr>
          <p:spPr>
            <a:xfrm>
              <a:off x="6812280" y="3328416"/>
              <a:ext cx="1371600" cy="320040"/>
            </a:xfrm>
            <a:prstGeom prst="rect">
              <a:avLst/>
            </a:prstGeom>
            <a:noFill/>
            <a:ln/>
          </p:spPr>
          <p:txBody>
            <a:bodyPr wrap="square" rtlCol="0" anchor="ctr"/>
            <a:lstStyle/>
            <a:p>
              <a:pPr marL="0" indent="0">
                <a:buNone/>
              </a:pPr>
              <a:r>
                <a:rPr lang="en-US" sz="1200" dirty="0">
                  <a:solidFill>
                    <a:srgbClr val="2A1A1A"/>
                  </a:solidFill>
                  <a:latin typeface="Arial" pitchFamily="34" charset="0"/>
                  <a:ea typeface="Arial" pitchFamily="34" charset="-122"/>
                  <a:cs typeface="Arial" pitchFamily="34" charset="-120"/>
                </a:rPr>
                <a:t>Huế</a:t>
              </a:r>
              <a:endParaRPr lang="en-US" sz="1200" dirty="0"/>
            </a:p>
          </p:txBody>
        </p:sp>
        <p:sp>
          <p:nvSpPr>
            <p:cNvPr id="51" name="Shape 13">
              <a:extLst>
                <a:ext uri="{FF2B5EF4-FFF2-40B4-BE49-F238E27FC236}">
                  <a16:creationId xmlns:a16="http://schemas.microsoft.com/office/drawing/2014/main" id="{6D36DFCA-A118-3A37-9DD9-665031BD4867}"/>
                </a:ext>
              </a:extLst>
            </p:cNvPr>
            <p:cNvSpPr/>
            <p:nvPr/>
          </p:nvSpPr>
          <p:spPr>
            <a:xfrm>
              <a:off x="8229600" y="3374136"/>
              <a:ext cx="3200400" cy="256032"/>
            </a:xfrm>
            <a:prstGeom prst="roundRect">
              <a:avLst>
                <a:gd name="adj" fmla="val 14286"/>
              </a:avLst>
            </a:prstGeom>
            <a:solidFill>
              <a:srgbClr val="E6EEDB"/>
            </a:solidFill>
            <a:ln/>
          </p:spPr>
        </p:sp>
        <p:sp>
          <p:nvSpPr>
            <p:cNvPr id="52" name="Shape 14">
              <a:extLst>
                <a:ext uri="{FF2B5EF4-FFF2-40B4-BE49-F238E27FC236}">
                  <a16:creationId xmlns:a16="http://schemas.microsoft.com/office/drawing/2014/main" id="{FAF2A462-B6E2-AFDD-2428-4F7C927CF0EB}"/>
                </a:ext>
              </a:extLst>
            </p:cNvPr>
            <p:cNvSpPr/>
            <p:nvPr/>
          </p:nvSpPr>
          <p:spPr>
            <a:xfrm>
              <a:off x="8229600" y="3374136"/>
              <a:ext cx="1760220" cy="256032"/>
            </a:xfrm>
            <a:prstGeom prst="roundRect">
              <a:avLst>
                <a:gd name="adj" fmla="val 14286"/>
              </a:avLst>
            </a:prstGeom>
            <a:solidFill>
              <a:srgbClr val="3B6D11">
                <a:alpha val="80000"/>
              </a:srgbClr>
            </a:solidFill>
            <a:ln/>
          </p:spPr>
        </p:sp>
        <p:sp>
          <p:nvSpPr>
            <p:cNvPr id="53" name="Text 15">
              <a:extLst>
                <a:ext uri="{FF2B5EF4-FFF2-40B4-BE49-F238E27FC236}">
                  <a16:creationId xmlns:a16="http://schemas.microsoft.com/office/drawing/2014/main" id="{33AF5FB4-8AA0-4F40-B98D-6D317DD5A016}"/>
                </a:ext>
              </a:extLst>
            </p:cNvPr>
            <p:cNvSpPr/>
            <p:nvPr/>
          </p:nvSpPr>
          <p:spPr>
            <a:xfrm>
              <a:off x="6812280" y="3895344"/>
              <a:ext cx="1371600" cy="320040"/>
            </a:xfrm>
            <a:prstGeom prst="rect">
              <a:avLst/>
            </a:prstGeom>
            <a:noFill/>
            <a:ln/>
          </p:spPr>
          <p:txBody>
            <a:bodyPr wrap="square" rtlCol="0" anchor="ctr"/>
            <a:lstStyle/>
            <a:p>
              <a:pPr marL="0" indent="0">
                <a:buNone/>
              </a:pPr>
              <a:r>
                <a:rPr lang="en-US" sz="1200" dirty="0">
                  <a:solidFill>
                    <a:srgbClr val="2A1A1A"/>
                  </a:solidFill>
                  <a:latin typeface="Arial" pitchFamily="34" charset="0"/>
                  <a:ea typeface="Arial" pitchFamily="34" charset="-122"/>
                  <a:cs typeface="Arial" pitchFamily="34" charset="-120"/>
                </a:rPr>
                <a:t>TP HCM</a:t>
              </a:r>
              <a:endParaRPr lang="en-US" sz="1200" dirty="0"/>
            </a:p>
          </p:txBody>
        </p:sp>
        <p:sp>
          <p:nvSpPr>
            <p:cNvPr id="54" name="Shape 16">
              <a:extLst>
                <a:ext uri="{FF2B5EF4-FFF2-40B4-BE49-F238E27FC236}">
                  <a16:creationId xmlns:a16="http://schemas.microsoft.com/office/drawing/2014/main" id="{53CC74E5-22BD-7761-CF3E-E68D8420322B}"/>
                </a:ext>
              </a:extLst>
            </p:cNvPr>
            <p:cNvSpPr/>
            <p:nvPr/>
          </p:nvSpPr>
          <p:spPr>
            <a:xfrm>
              <a:off x="8229600" y="3941064"/>
              <a:ext cx="3200400" cy="256032"/>
            </a:xfrm>
            <a:prstGeom prst="roundRect">
              <a:avLst>
                <a:gd name="adj" fmla="val 14286"/>
              </a:avLst>
            </a:prstGeom>
            <a:solidFill>
              <a:srgbClr val="E6EEDB"/>
            </a:solidFill>
            <a:ln/>
          </p:spPr>
        </p:sp>
        <p:sp>
          <p:nvSpPr>
            <p:cNvPr id="55" name="Shape 17">
              <a:extLst>
                <a:ext uri="{FF2B5EF4-FFF2-40B4-BE49-F238E27FC236}">
                  <a16:creationId xmlns:a16="http://schemas.microsoft.com/office/drawing/2014/main" id="{B22560D4-7D2C-52C8-C653-11A70AB2C55D}"/>
                </a:ext>
              </a:extLst>
            </p:cNvPr>
            <p:cNvSpPr/>
            <p:nvPr/>
          </p:nvSpPr>
          <p:spPr>
            <a:xfrm>
              <a:off x="8229600" y="3941064"/>
              <a:ext cx="2496312" cy="256032"/>
            </a:xfrm>
            <a:prstGeom prst="roundRect">
              <a:avLst>
                <a:gd name="adj" fmla="val 14286"/>
              </a:avLst>
            </a:prstGeom>
            <a:solidFill>
              <a:srgbClr val="3B6D11">
                <a:alpha val="90000"/>
              </a:srgbClr>
            </a:solidFill>
            <a:ln/>
          </p:spPr>
        </p:sp>
        <p:sp>
          <p:nvSpPr>
            <p:cNvPr id="56" name="Text 18">
              <a:extLst>
                <a:ext uri="{FF2B5EF4-FFF2-40B4-BE49-F238E27FC236}">
                  <a16:creationId xmlns:a16="http://schemas.microsoft.com/office/drawing/2014/main" id="{B79A3C64-7AB2-0235-494A-0EACDE553796}"/>
                </a:ext>
              </a:extLst>
            </p:cNvPr>
            <p:cNvSpPr/>
            <p:nvPr/>
          </p:nvSpPr>
          <p:spPr>
            <a:xfrm>
              <a:off x="6812280" y="4462272"/>
              <a:ext cx="1371600" cy="320040"/>
            </a:xfrm>
            <a:prstGeom prst="rect">
              <a:avLst/>
            </a:prstGeom>
            <a:noFill/>
            <a:ln/>
          </p:spPr>
          <p:txBody>
            <a:bodyPr wrap="square" rtlCol="0" anchor="ctr"/>
            <a:lstStyle/>
            <a:p>
              <a:pPr marL="0" indent="0">
                <a:buNone/>
              </a:pPr>
              <a:r>
                <a:rPr lang="en-US" sz="1200" dirty="0">
                  <a:solidFill>
                    <a:srgbClr val="2A1A1A"/>
                  </a:solidFill>
                  <a:latin typeface="Arial" pitchFamily="34" charset="0"/>
                  <a:ea typeface="Arial" pitchFamily="34" charset="-122"/>
                  <a:cs typeface="Arial" pitchFamily="34" charset="-120"/>
                </a:rPr>
                <a:t>Đà Nẵng</a:t>
              </a:r>
              <a:endParaRPr lang="en-US" sz="1200" dirty="0"/>
            </a:p>
          </p:txBody>
        </p:sp>
        <p:sp>
          <p:nvSpPr>
            <p:cNvPr id="57" name="Shape 19">
              <a:extLst>
                <a:ext uri="{FF2B5EF4-FFF2-40B4-BE49-F238E27FC236}">
                  <a16:creationId xmlns:a16="http://schemas.microsoft.com/office/drawing/2014/main" id="{858E5A62-A862-209B-6F40-9F03D4EF7B1B}"/>
                </a:ext>
              </a:extLst>
            </p:cNvPr>
            <p:cNvSpPr/>
            <p:nvPr/>
          </p:nvSpPr>
          <p:spPr>
            <a:xfrm>
              <a:off x="8229600" y="4507992"/>
              <a:ext cx="3200400" cy="256032"/>
            </a:xfrm>
            <a:prstGeom prst="roundRect">
              <a:avLst>
                <a:gd name="adj" fmla="val 14286"/>
              </a:avLst>
            </a:prstGeom>
            <a:solidFill>
              <a:srgbClr val="E6EEDB"/>
            </a:solidFill>
            <a:ln/>
          </p:spPr>
        </p:sp>
        <p:sp>
          <p:nvSpPr>
            <p:cNvPr id="58" name="Shape 20">
              <a:extLst>
                <a:ext uri="{FF2B5EF4-FFF2-40B4-BE49-F238E27FC236}">
                  <a16:creationId xmlns:a16="http://schemas.microsoft.com/office/drawing/2014/main" id="{A9A4E9AA-D593-10B2-C5F4-1127DE5BA8A1}"/>
                </a:ext>
              </a:extLst>
            </p:cNvPr>
            <p:cNvSpPr/>
            <p:nvPr/>
          </p:nvSpPr>
          <p:spPr>
            <a:xfrm>
              <a:off x="8229600" y="4507992"/>
              <a:ext cx="1280160" cy="256032"/>
            </a:xfrm>
            <a:prstGeom prst="roundRect">
              <a:avLst>
                <a:gd name="adj" fmla="val 14286"/>
              </a:avLst>
            </a:prstGeom>
            <a:solidFill>
              <a:srgbClr val="3B6D11">
                <a:alpha val="73000"/>
              </a:srgbClr>
            </a:solidFill>
            <a:ln/>
          </p:spPr>
        </p:sp>
        <p:sp>
          <p:nvSpPr>
            <p:cNvPr id="59" name="Text 21">
              <a:extLst>
                <a:ext uri="{FF2B5EF4-FFF2-40B4-BE49-F238E27FC236}">
                  <a16:creationId xmlns:a16="http://schemas.microsoft.com/office/drawing/2014/main" id="{FFC43255-D791-4464-4283-B237EFB114F6}"/>
                </a:ext>
              </a:extLst>
            </p:cNvPr>
            <p:cNvSpPr/>
            <p:nvPr/>
          </p:nvSpPr>
          <p:spPr>
            <a:xfrm>
              <a:off x="6812280" y="5029200"/>
              <a:ext cx="1371600" cy="320040"/>
            </a:xfrm>
            <a:prstGeom prst="rect">
              <a:avLst/>
            </a:prstGeom>
            <a:noFill/>
            <a:ln/>
          </p:spPr>
          <p:txBody>
            <a:bodyPr wrap="square" rtlCol="0" anchor="ctr"/>
            <a:lstStyle/>
            <a:p>
              <a:pPr marL="0" indent="0">
                <a:buNone/>
              </a:pPr>
              <a:r>
                <a:rPr lang="en-US" sz="1200" dirty="0">
                  <a:solidFill>
                    <a:srgbClr val="2A1A1A"/>
                  </a:solidFill>
                  <a:latin typeface="Arial" pitchFamily="34" charset="0"/>
                  <a:ea typeface="Arial" pitchFamily="34" charset="-122"/>
                  <a:cs typeface="Arial" pitchFamily="34" charset="-120"/>
                </a:rPr>
                <a:t>Cần Thơ</a:t>
              </a:r>
              <a:endParaRPr lang="en-US" sz="1200" dirty="0"/>
            </a:p>
          </p:txBody>
        </p:sp>
        <p:sp>
          <p:nvSpPr>
            <p:cNvPr id="60" name="Shape 22">
              <a:extLst>
                <a:ext uri="{FF2B5EF4-FFF2-40B4-BE49-F238E27FC236}">
                  <a16:creationId xmlns:a16="http://schemas.microsoft.com/office/drawing/2014/main" id="{13824F85-8CE5-C661-312C-AEF26A23FD8E}"/>
                </a:ext>
              </a:extLst>
            </p:cNvPr>
            <p:cNvSpPr/>
            <p:nvPr/>
          </p:nvSpPr>
          <p:spPr>
            <a:xfrm>
              <a:off x="8229600" y="5074920"/>
              <a:ext cx="3200400" cy="256032"/>
            </a:xfrm>
            <a:prstGeom prst="roundRect">
              <a:avLst>
                <a:gd name="adj" fmla="val 14286"/>
              </a:avLst>
            </a:prstGeom>
            <a:solidFill>
              <a:srgbClr val="E6EEDB"/>
            </a:solidFill>
            <a:ln/>
          </p:spPr>
        </p:sp>
        <p:sp>
          <p:nvSpPr>
            <p:cNvPr id="61" name="Shape 23">
              <a:extLst>
                <a:ext uri="{FF2B5EF4-FFF2-40B4-BE49-F238E27FC236}">
                  <a16:creationId xmlns:a16="http://schemas.microsoft.com/office/drawing/2014/main" id="{81C7032C-5F76-9933-8E92-3BF82DD98BCB}"/>
                </a:ext>
              </a:extLst>
            </p:cNvPr>
            <p:cNvSpPr/>
            <p:nvPr/>
          </p:nvSpPr>
          <p:spPr>
            <a:xfrm>
              <a:off x="8229600" y="5074920"/>
              <a:ext cx="896112" cy="256032"/>
            </a:xfrm>
            <a:prstGeom prst="roundRect">
              <a:avLst>
                <a:gd name="adj" fmla="val 14286"/>
              </a:avLst>
            </a:prstGeom>
            <a:solidFill>
              <a:srgbClr val="3B6D11">
                <a:alpha val="68000"/>
              </a:srgbClr>
            </a:solidFill>
            <a:ln/>
          </p:spPr>
        </p:sp>
        <p:sp>
          <p:nvSpPr>
            <p:cNvPr id="62" name="Text 24">
              <a:extLst>
                <a:ext uri="{FF2B5EF4-FFF2-40B4-BE49-F238E27FC236}">
                  <a16:creationId xmlns:a16="http://schemas.microsoft.com/office/drawing/2014/main" id="{E5F2B460-66AD-56F1-E962-3FE82876BFFD}"/>
                </a:ext>
              </a:extLst>
            </p:cNvPr>
            <p:cNvSpPr/>
            <p:nvPr/>
          </p:nvSpPr>
          <p:spPr>
            <a:xfrm>
              <a:off x="6812280" y="5623560"/>
              <a:ext cx="1188720" cy="274320"/>
            </a:xfrm>
            <a:prstGeom prst="rect">
              <a:avLst/>
            </a:prstGeom>
            <a:noFill/>
            <a:ln/>
          </p:spPr>
          <p:txBody>
            <a:bodyPr wrap="square" rtlCol="0" anchor="ctr"/>
            <a:lstStyle/>
            <a:p>
              <a:pPr marL="0" indent="0">
                <a:buNone/>
              </a:pPr>
              <a:r>
                <a:rPr lang="en-US" sz="1000" dirty="0">
                  <a:solidFill>
                    <a:srgbClr val="7A6A60"/>
                  </a:solidFill>
                  <a:latin typeface="Arial" pitchFamily="34" charset="0"/>
                  <a:ea typeface="Arial" pitchFamily="34" charset="-122"/>
                  <a:cs typeface="Arial" pitchFamily="34" charset="-120"/>
                </a:rPr>
                <a:t>Ít sự kiện</a:t>
              </a:r>
              <a:endParaRPr lang="en-US" sz="1000" dirty="0"/>
            </a:p>
          </p:txBody>
        </p:sp>
        <p:sp>
          <p:nvSpPr>
            <p:cNvPr id="63" name="Shape 25">
              <a:extLst>
                <a:ext uri="{FF2B5EF4-FFF2-40B4-BE49-F238E27FC236}">
                  <a16:creationId xmlns:a16="http://schemas.microsoft.com/office/drawing/2014/main" id="{0A8965BA-E84C-A830-C85E-6638142A64A8}"/>
                </a:ext>
              </a:extLst>
            </p:cNvPr>
            <p:cNvSpPr/>
            <p:nvPr/>
          </p:nvSpPr>
          <p:spPr>
            <a:xfrm>
              <a:off x="7955280" y="5650992"/>
              <a:ext cx="329184" cy="201168"/>
            </a:xfrm>
            <a:prstGeom prst="rect">
              <a:avLst/>
            </a:prstGeom>
            <a:solidFill>
              <a:srgbClr val="3B6D11">
                <a:alpha val="30000"/>
              </a:srgbClr>
            </a:solidFill>
            <a:ln/>
          </p:spPr>
        </p:sp>
        <p:sp>
          <p:nvSpPr>
            <p:cNvPr id="64" name="Shape 26">
              <a:extLst>
                <a:ext uri="{FF2B5EF4-FFF2-40B4-BE49-F238E27FC236}">
                  <a16:creationId xmlns:a16="http://schemas.microsoft.com/office/drawing/2014/main" id="{55B59C7B-B8DC-A24B-4179-C270BB659E6D}"/>
                </a:ext>
              </a:extLst>
            </p:cNvPr>
            <p:cNvSpPr/>
            <p:nvPr/>
          </p:nvSpPr>
          <p:spPr>
            <a:xfrm>
              <a:off x="8339328" y="5650992"/>
              <a:ext cx="329184" cy="201168"/>
            </a:xfrm>
            <a:prstGeom prst="rect">
              <a:avLst/>
            </a:prstGeom>
            <a:solidFill>
              <a:srgbClr val="3B6D11">
                <a:alpha val="45000"/>
              </a:srgbClr>
            </a:solidFill>
            <a:ln/>
          </p:spPr>
        </p:sp>
        <p:sp>
          <p:nvSpPr>
            <p:cNvPr id="65" name="Shape 27">
              <a:extLst>
                <a:ext uri="{FF2B5EF4-FFF2-40B4-BE49-F238E27FC236}">
                  <a16:creationId xmlns:a16="http://schemas.microsoft.com/office/drawing/2014/main" id="{542829B2-9ED9-3A86-4A0C-772D30001AA8}"/>
                </a:ext>
              </a:extLst>
            </p:cNvPr>
            <p:cNvSpPr/>
            <p:nvPr/>
          </p:nvSpPr>
          <p:spPr>
            <a:xfrm>
              <a:off x="8723376" y="5650992"/>
              <a:ext cx="329184" cy="201168"/>
            </a:xfrm>
            <a:prstGeom prst="rect">
              <a:avLst/>
            </a:prstGeom>
            <a:solidFill>
              <a:srgbClr val="3B6D11">
                <a:alpha val="60000"/>
              </a:srgbClr>
            </a:solidFill>
            <a:ln/>
          </p:spPr>
        </p:sp>
        <p:sp>
          <p:nvSpPr>
            <p:cNvPr id="66" name="Shape 28">
              <a:extLst>
                <a:ext uri="{FF2B5EF4-FFF2-40B4-BE49-F238E27FC236}">
                  <a16:creationId xmlns:a16="http://schemas.microsoft.com/office/drawing/2014/main" id="{B454D9C8-D6DD-B490-326D-2299CA344F7D}"/>
                </a:ext>
              </a:extLst>
            </p:cNvPr>
            <p:cNvSpPr/>
            <p:nvPr/>
          </p:nvSpPr>
          <p:spPr>
            <a:xfrm>
              <a:off x="9107424" y="5650992"/>
              <a:ext cx="329184" cy="201168"/>
            </a:xfrm>
            <a:prstGeom prst="rect">
              <a:avLst/>
            </a:prstGeom>
            <a:solidFill>
              <a:srgbClr val="3B6D11">
                <a:alpha val="75000"/>
              </a:srgbClr>
            </a:solidFill>
            <a:ln/>
          </p:spPr>
        </p:sp>
        <p:sp>
          <p:nvSpPr>
            <p:cNvPr id="67" name="Shape 29">
              <a:extLst>
                <a:ext uri="{FF2B5EF4-FFF2-40B4-BE49-F238E27FC236}">
                  <a16:creationId xmlns:a16="http://schemas.microsoft.com/office/drawing/2014/main" id="{52AFB287-DF3A-6FA0-6AB6-B822108A16DC}"/>
                </a:ext>
              </a:extLst>
            </p:cNvPr>
            <p:cNvSpPr/>
            <p:nvPr/>
          </p:nvSpPr>
          <p:spPr>
            <a:xfrm>
              <a:off x="9491472" y="5650992"/>
              <a:ext cx="329184" cy="201168"/>
            </a:xfrm>
            <a:prstGeom prst="rect">
              <a:avLst/>
            </a:prstGeom>
            <a:solidFill>
              <a:srgbClr val="3B6D11">
                <a:alpha val="90000"/>
              </a:srgbClr>
            </a:solidFill>
            <a:ln/>
          </p:spPr>
        </p:sp>
        <p:sp>
          <p:nvSpPr>
            <p:cNvPr id="68" name="Text 30">
              <a:extLst>
                <a:ext uri="{FF2B5EF4-FFF2-40B4-BE49-F238E27FC236}">
                  <a16:creationId xmlns:a16="http://schemas.microsoft.com/office/drawing/2014/main" id="{6ACD37BE-94AB-15C3-2461-8C65337D2BB8}"/>
                </a:ext>
              </a:extLst>
            </p:cNvPr>
            <p:cNvSpPr/>
            <p:nvPr/>
          </p:nvSpPr>
          <p:spPr>
            <a:xfrm>
              <a:off x="9921240" y="5623560"/>
              <a:ext cx="914400" cy="274320"/>
            </a:xfrm>
            <a:prstGeom prst="rect">
              <a:avLst/>
            </a:prstGeom>
            <a:noFill/>
            <a:ln/>
          </p:spPr>
          <p:txBody>
            <a:bodyPr wrap="square" rtlCol="0" anchor="ctr"/>
            <a:lstStyle/>
            <a:p>
              <a:pPr marL="0" indent="0">
                <a:buNone/>
              </a:pPr>
              <a:r>
                <a:rPr lang="en-US" sz="1000" dirty="0">
                  <a:solidFill>
                    <a:srgbClr val="7A6A60"/>
                  </a:solidFill>
                  <a:latin typeface="Arial" pitchFamily="34" charset="0"/>
                  <a:ea typeface="Arial" pitchFamily="34" charset="-122"/>
                  <a:cs typeface="Arial" pitchFamily="34" charset="-120"/>
                </a:rPr>
                <a:t>Nhiều</a:t>
              </a:r>
              <a:endParaRPr lang="en-US" sz="1000" dirty="0"/>
            </a:p>
          </p:txBody>
        </p:sp>
      </p:grpSp>
    </p:spTree>
    <p:extLst>
      <p:ext uri="{BB962C8B-B14F-4D97-AF65-F5344CB8AC3E}">
        <p14:creationId xmlns:p14="http://schemas.microsoft.com/office/powerpoint/2010/main" val="418587883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409634B1-6B37-C2F9-C76E-E9E124901929}"/>
            </a:ext>
          </a:extLst>
        </p:cNvPr>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A81EB9E0-C52F-0BEA-D50C-DA524D43954B}"/>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
        <p:nvSpPr>
          <p:cNvPr id="3" name="Text 0">
            <a:extLst>
              <a:ext uri="{FF2B5EF4-FFF2-40B4-BE49-F238E27FC236}">
                <a16:creationId xmlns:a16="http://schemas.microsoft.com/office/drawing/2014/main" id="{6E7D61CB-460B-542A-0971-CFD2B1ACD4C2}"/>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4" name="TextBox 3">
            <a:extLst>
              <a:ext uri="{FF2B5EF4-FFF2-40B4-BE49-F238E27FC236}">
                <a16:creationId xmlns:a16="http://schemas.microsoft.com/office/drawing/2014/main" id="{6585617E-2458-A882-4490-788C91E139C0}"/>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pic>
        <p:nvPicPr>
          <p:cNvPr id="6" name="Picture 5">
            <a:extLst>
              <a:ext uri="{FF2B5EF4-FFF2-40B4-BE49-F238E27FC236}">
                <a16:creationId xmlns:a16="http://schemas.microsoft.com/office/drawing/2014/main" id="{18A45F5E-95CF-AFA3-828B-546F1EAF24A9}"/>
              </a:ext>
            </a:extLst>
          </p:cNvPr>
          <p:cNvPicPr>
            <a:picLocks noChangeAspect="1"/>
          </p:cNvPicPr>
          <p:nvPr/>
        </p:nvPicPr>
        <p:blipFill>
          <a:blip r:embed="rId3"/>
          <a:stretch>
            <a:fillRect/>
          </a:stretch>
        </p:blipFill>
        <p:spPr>
          <a:xfrm>
            <a:off x="609600" y="1621155"/>
            <a:ext cx="10972800" cy="4933730"/>
          </a:xfrm>
          <a:prstGeom prst="rect">
            <a:avLst/>
          </a:prstGeom>
        </p:spPr>
      </p:pic>
    </p:spTree>
    <p:extLst>
      <p:ext uri="{BB962C8B-B14F-4D97-AF65-F5344CB8AC3E}">
        <p14:creationId xmlns:p14="http://schemas.microsoft.com/office/powerpoint/2010/main" val="66675161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AD726DAF-E1DC-8C4B-7290-E2876E8EF7BE}"/>
            </a:ext>
          </a:extLst>
        </p:cNvPr>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D891EC42-E5EA-7081-290A-29C5D3755490}"/>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
        <p:nvSpPr>
          <p:cNvPr id="7" name="Text 0">
            <a:extLst>
              <a:ext uri="{FF2B5EF4-FFF2-40B4-BE49-F238E27FC236}">
                <a16:creationId xmlns:a16="http://schemas.microsoft.com/office/drawing/2014/main" id="{415E4861-F516-CE29-832B-A8AE3F41D5D3}"/>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8" name="TextBox 7">
            <a:extLst>
              <a:ext uri="{FF2B5EF4-FFF2-40B4-BE49-F238E27FC236}">
                <a16:creationId xmlns:a16="http://schemas.microsoft.com/office/drawing/2014/main" id="{4102A3AA-EB89-9C24-6576-398610435767}"/>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
        <p:nvSpPr>
          <p:cNvPr id="37" name="Text 7">
            <a:extLst>
              <a:ext uri="{FF2B5EF4-FFF2-40B4-BE49-F238E27FC236}">
                <a16:creationId xmlns:a16="http://schemas.microsoft.com/office/drawing/2014/main" id="{E1C9B8E8-8880-80C9-137C-8653A02C0231}"/>
              </a:ext>
            </a:extLst>
          </p:cNvPr>
          <p:cNvSpPr/>
          <p:nvPr/>
        </p:nvSpPr>
        <p:spPr>
          <a:xfrm>
            <a:off x="1082040" y="1746886"/>
            <a:ext cx="3840480" cy="457200"/>
          </a:xfrm>
          <a:prstGeom prst="rect">
            <a:avLst/>
          </a:prstGeom>
          <a:noFill/>
          <a:ln/>
        </p:spPr>
        <p:txBody>
          <a:bodyPr wrap="square" rtlCol="0" anchor="ctr"/>
          <a:lstStyle/>
          <a:p>
            <a:pPr marL="0" indent="0">
              <a:buNone/>
            </a:pPr>
            <a:r>
              <a:rPr lang="en-US" sz="2200" b="1">
                <a:solidFill>
                  <a:srgbClr val="8B1212"/>
                </a:solidFill>
                <a:latin typeface="Cambria" pitchFamily="34" charset="0"/>
                <a:ea typeface="Cambria" pitchFamily="34" charset="-122"/>
                <a:cs typeface="Cambria" pitchFamily="34" charset="-120"/>
              </a:rPr>
              <a:t>Chế độ Hành trình</a:t>
            </a:r>
            <a:endParaRPr lang="en-US" sz="2200" b="1" dirty="0">
              <a:solidFill>
                <a:srgbClr val="8B1212"/>
              </a:solidFill>
              <a:latin typeface="Cambria" pitchFamily="34" charset="0"/>
              <a:ea typeface="Cambria" pitchFamily="34" charset="-122"/>
              <a:cs typeface="Cambria" pitchFamily="34" charset="-120"/>
            </a:endParaRPr>
          </a:p>
        </p:txBody>
      </p:sp>
      <p:sp>
        <p:nvSpPr>
          <p:cNvPr id="5" name="Text 2">
            <a:extLst>
              <a:ext uri="{FF2B5EF4-FFF2-40B4-BE49-F238E27FC236}">
                <a16:creationId xmlns:a16="http://schemas.microsoft.com/office/drawing/2014/main" id="{B890B6AC-5455-3ADD-549E-5FB6946E232A}"/>
              </a:ext>
            </a:extLst>
          </p:cNvPr>
          <p:cNvSpPr/>
          <p:nvPr/>
        </p:nvSpPr>
        <p:spPr>
          <a:xfrm>
            <a:off x="3561309" y="1862013"/>
            <a:ext cx="4836668" cy="277876"/>
          </a:xfrm>
          <a:prstGeom prst="rect">
            <a:avLst/>
          </a:prstGeom>
          <a:noFill/>
          <a:ln/>
        </p:spPr>
        <p:txBody>
          <a:bodyPr wrap="square" rtlCol="0" anchor="ctr"/>
          <a:lstStyle/>
          <a:p>
            <a:pPr marL="0" indent="0">
              <a:buNone/>
            </a:pPr>
            <a:r>
              <a:rPr lang="en-US" sz="1500" i="1" dirty="0">
                <a:solidFill>
                  <a:srgbClr val="7A6A60"/>
                </a:solidFill>
                <a:latin typeface="Arial" pitchFamily="34" charset="0"/>
                <a:ea typeface="Arial" pitchFamily="34" charset="-122"/>
                <a:cs typeface="Arial" pitchFamily="34" charset="-120"/>
              </a:rPr>
              <a:t>Lịch sử Việt Nam như một bộ phim tài liệu tương tác</a:t>
            </a:r>
            <a:endParaRPr lang="en-US" sz="1500" dirty="0"/>
          </a:p>
        </p:txBody>
      </p:sp>
      <p:grpSp>
        <p:nvGrpSpPr>
          <p:cNvPr id="68" name="Group 67">
            <a:extLst>
              <a:ext uri="{FF2B5EF4-FFF2-40B4-BE49-F238E27FC236}">
                <a16:creationId xmlns:a16="http://schemas.microsoft.com/office/drawing/2014/main" id="{BE71D540-BCEF-2CF1-4799-0FBDC1165D42}"/>
              </a:ext>
            </a:extLst>
          </p:cNvPr>
          <p:cNvGrpSpPr/>
          <p:nvPr/>
        </p:nvGrpSpPr>
        <p:grpSpPr>
          <a:xfrm>
            <a:off x="752475" y="2450339"/>
            <a:ext cx="10911535" cy="2743200"/>
            <a:chOff x="713232" y="3182112"/>
            <a:chExt cx="10911535" cy="2743200"/>
          </a:xfrm>
        </p:grpSpPr>
        <p:grpSp>
          <p:nvGrpSpPr>
            <p:cNvPr id="64" name="Group 63">
              <a:extLst>
                <a:ext uri="{FF2B5EF4-FFF2-40B4-BE49-F238E27FC236}">
                  <a16:creationId xmlns:a16="http://schemas.microsoft.com/office/drawing/2014/main" id="{DA8FDFC3-2A8A-6461-80A0-9B928AB58CD1}"/>
                </a:ext>
              </a:extLst>
            </p:cNvPr>
            <p:cNvGrpSpPr/>
            <p:nvPr/>
          </p:nvGrpSpPr>
          <p:grpSpPr>
            <a:xfrm>
              <a:off x="713232" y="3182112"/>
              <a:ext cx="2384984" cy="2743200"/>
              <a:chOff x="713232" y="3182112"/>
              <a:chExt cx="2384984" cy="2743200"/>
            </a:xfrm>
          </p:grpSpPr>
          <p:sp>
            <p:nvSpPr>
              <p:cNvPr id="35" name="Shape 3">
                <a:extLst>
                  <a:ext uri="{FF2B5EF4-FFF2-40B4-BE49-F238E27FC236}">
                    <a16:creationId xmlns:a16="http://schemas.microsoft.com/office/drawing/2014/main" id="{5786D18C-5531-4758-A60B-D0D80188285F}"/>
                  </a:ext>
                </a:extLst>
              </p:cNvPr>
              <p:cNvSpPr/>
              <p:nvPr/>
            </p:nvSpPr>
            <p:spPr>
              <a:xfrm>
                <a:off x="713232" y="3182112"/>
                <a:ext cx="2384984" cy="2743200"/>
              </a:xfrm>
              <a:prstGeom prst="roundRect">
                <a:avLst>
                  <a:gd name="adj" fmla="val 3834"/>
                </a:avLst>
              </a:prstGeom>
              <a:solidFill>
                <a:srgbClr val="8B1212"/>
              </a:solidFill>
              <a:ln/>
              <a:effectLst>
                <a:outerShdw blurRad="76200" dist="25400" dir="5400000" algn="bl" rotWithShape="0">
                  <a:srgbClr val="000000">
                    <a:alpha val="18000"/>
                  </a:srgbClr>
                </a:outerShdw>
              </a:effectLst>
            </p:spPr>
          </p:sp>
          <p:sp>
            <p:nvSpPr>
              <p:cNvPr id="36" name="Shape 4">
                <a:extLst>
                  <a:ext uri="{FF2B5EF4-FFF2-40B4-BE49-F238E27FC236}">
                    <a16:creationId xmlns:a16="http://schemas.microsoft.com/office/drawing/2014/main" id="{C413C91E-C76A-2956-9575-C3A32C843D8F}"/>
                  </a:ext>
                </a:extLst>
              </p:cNvPr>
              <p:cNvSpPr/>
              <p:nvPr/>
            </p:nvSpPr>
            <p:spPr>
              <a:xfrm>
                <a:off x="1471384" y="3502152"/>
                <a:ext cx="868680" cy="868680"/>
              </a:xfrm>
              <a:prstGeom prst="ellipse">
                <a:avLst/>
              </a:prstGeom>
              <a:solidFill>
                <a:srgbClr val="FBF6EE"/>
              </a:solidFill>
              <a:ln/>
              <a:effectLst>
                <a:outerShdw blurRad="76200" dist="25400" dir="5400000" algn="bl" rotWithShape="0">
                  <a:srgbClr val="000000">
                    <a:alpha val="16000"/>
                  </a:srgbClr>
                </a:outerShdw>
              </a:effectLst>
            </p:spPr>
          </p:sp>
          <p:sp>
            <p:nvSpPr>
              <p:cNvPr id="41" name="Text 5">
                <a:extLst>
                  <a:ext uri="{FF2B5EF4-FFF2-40B4-BE49-F238E27FC236}">
                    <a16:creationId xmlns:a16="http://schemas.microsoft.com/office/drawing/2014/main" id="{8CC0B2B2-4FD0-A722-ADB5-015FD8069B07}"/>
                  </a:ext>
                </a:extLst>
              </p:cNvPr>
              <p:cNvSpPr/>
              <p:nvPr/>
            </p:nvSpPr>
            <p:spPr>
              <a:xfrm>
                <a:off x="713232" y="4507992"/>
                <a:ext cx="2384984" cy="411480"/>
              </a:xfrm>
              <a:prstGeom prst="rect">
                <a:avLst/>
              </a:prstGeom>
              <a:noFill/>
              <a:ln/>
            </p:spPr>
            <p:txBody>
              <a:bodyPr wrap="square" rtlCol="0" anchor="ctr"/>
              <a:lstStyle/>
              <a:p>
                <a:pPr marL="0" indent="0" algn="ctr">
                  <a:buNone/>
                </a:pPr>
                <a:r>
                  <a:rPr lang="en-US" b="1" dirty="0">
                    <a:solidFill>
                      <a:srgbClr val="F0C040"/>
                    </a:solidFill>
                    <a:latin typeface="Cambria" pitchFamily="34" charset="0"/>
                    <a:ea typeface="Cambria" pitchFamily="34" charset="-122"/>
                    <a:cs typeface="Cambria" pitchFamily="34" charset="-120"/>
                  </a:rPr>
                  <a:t>Tỉnh sáng lên</a:t>
                </a:r>
                <a:endParaRPr lang="en-US" dirty="0">
                  <a:solidFill>
                    <a:srgbClr val="F0C040"/>
                  </a:solidFill>
                </a:endParaRPr>
              </a:p>
            </p:txBody>
          </p:sp>
          <p:sp>
            <p:nvSpPr>
              <p:cNvPr id="42" name="Text 6">
                <a:extLst>
                  <a:ext uri="{FF2B5EF4-FFF2-40B4-BE49-F238E27FC236}">
                    <a16:creationId xmlns:a16="http://schemas.microsoft.com/office/drawing/2014/main" id="{FD87815C-E360-67FA-8922-651D2F5F59F4}"/>
                  </a:ext>
                </a:extLst>
              </p:cNvPr>
              <p:cNvSpPr/>
              <p:nvPr/>
            </p:nvSpPr>
            <p:spPr>
              <a:xfrm>
                <a:off x="850392" y="4965192"/>
                <a:ext cx="2110664" cy="868680"/>
              </a:xfrm>
              <a:prstGeom prst="rect">
                <a:avLst/>
              </a:prstGeom>
              <a:noFill/>
              <a:ln/>
            </p:spPr>
            <p:txBody>
              <a:bodyPr wrap="square" rtlCol="0" anchor="t"/>
              <a:lstStyle/>
              <a:p>
                <a:pPr marL="0" indent="0" algn="ctr">
                  <a:buNone/>
                </a:pPr>
                <a:r>
                  <a:rPr lang="en-US" sz="1600" dirty="0">
                    <a:solidFill>
                      <a:srgbClr val="FBF6EE"/>
                    </a:solidFill>
                    <a:latin typeface="Arial" pitchFamily="34" charset="0"/>
                    <a:ea typeface="Arial" pitchFamily="34" charset="-122"/>
                    <a:cs typeface="Arial" pitchFamily="34" charset="-120"/>
                  </a:rPr>
                  <a:t>Vùng tương ứng </a:t>
                </a:r>
                <a:r>
                  <a:rPr lang="en-US" sz="1600">
                    <a:solidFill>
                      <a:srgbClr val="FBF6EE"/>
                    </a:solidFill>
                    <a:latin typeface="Arial" pitchFamily="34" charset="0"/>
                    <a:ea typeface="Arial" pitchFamily="34" charset="-122"/>
                    <a:cs typeface="Arial" pitchFamily="34" charset="-120"/>
                  </a:rPr>
                  <a:t>phát sáng</a:t>
                </a:r>
                <a:endParaRPr lang="en-US" sz="1600" dirty="0">
                  <a:solidFill>
                    <a:srgbClr val="FBF6EE"/>
                  </a:solidFill>
                </a:endParaRPr>
              </a:p>
            </p:txBody>
          </p:sp>
        </p:grpSp>
        <p:pic>
          <p:nvPicPr>
            <p:cNvPr id="43" name="Image 2" descr="preencoded.png">
              <a:extLst>
                <a:ext uri="{FF2B5EF4-FFF2-40B4-BE49-F238E27FC236}">
                  <a16:creationId xmlns:a16="http://schemas.microsoft.com/office/drawing/2014/main" id="{D8750871-1601-76D7-A668-8EF6744C861C}"/>
                </a:ext>
              </a:extLst>
            </p:cNvPr>
            <p:cNvPicPr>
              <a:picLocks noChangeAspect="1"/>
            </p:cNvPicPr>
            <p:nvPr/>
          </p:nvPicPr>
          <p:blipFill>
            <a:blip r:embed="rId3"/>
            <a:stretch>
              <a:fillRect/>
            </a:stretch>
          </p:blipFill>
          <p:spPr>
            <a:xfrm>
              <a:off x="3162224" y="4187952"/>
              <a:ext cx="329184" cy="329184"/>
            </a:xfrm>
            <a:prstGeom prst="rect">
              <a:avLst/>
            </a:prstGeom>
          </p:spPr>
        </p:pic>
        <p:grpSp>
          <p:nvGrpSpPr>
            <p:cNvPr id="65" name="Group 64">
              <a:extLst>
                <a:ext uri="{FF2B5EF4-FFF2-40B4-BE49-F238E27FC236}">
                  <a16:creationId xmlns:a16="http://schemas.microsoft.com/office/drawing/2014/main" id="{C2086BF1-1084-A31A-46BE-611F5E46E115}"/>
                </a:ext>
              </a:extLst>
            </p:cNvPr>
            <p:cNvGrpSpPr/>
            <p:nvPr/>
          </p:nvGrpSpPr>
          <p:grpSpPr>
            <a:xfrm>
              <a:off x="3555416" y="3182112"/>
              <a:ext cx="2384984" cy="2743200"/>
              <a:chOff x="3555416" y="3182112"/>
              <a:chExt cx="2384984" cy="2743200"/>
            </a:xfrm>
          </p:grpSpPr>
          <p:sp>
            <p:nvSpPr>
              <p:cNvPr id="44" name="Shape 7">
                <a:extLst>
                  <a:ext uri="{FF2B5EF4-FFF2-40B4-BE49-F238E27FC236}">
                    <a16:creationId xmlns:a16="http://schemas.microsoft.com/office/drawing/2014/main" id="{A4FAFE98-4FEA-8E6F-DEA4-E1D88211A158}"/>
                  </a:ext>
                </a:extLst>
              </p:cNvPr>
              <p:cNvSpPr/>
              <p:nvPr/>
            </p:nvSpPr>
            <p:spPr>
              <a:xfrm>
                <a:off x="3555416" y="3182112"/>
                <a:ext cx="2384984" cy="2743200"/>
              </a:xfrm>
              <a:prstGeom prst="roundRect">
                <a:avLst>
                  <a:gd name="adj" fmla="val 3834"/>
                </a:avLst>
              </a:prstGeom>
              <a:solidFill>
                <a:srgbClr val="FFFFFF"/>
              </a:solidFill>
              <a:ln/>
              <a:effectLst>
                <a:outerShdw blurRad="76200" dist="25400" dir="5400000" algn="bl" rotWithShape="0">
                  <a:srgbClr val="000000">
                    <a:alpha val="18000"/>
                  </a:srgbClr>
                </a:outerShdw>
              </a:effectLst>
            </p:spPr>
          </p:sp>
          <p:sp>
            <p:nvSpPr>
              <p:cNvPr id="45" name="Shape 8">
                <a:extLst>
                  <a:ext uri="{FF2B5EF4-FFF2-40B4-BE49-F238E27FC236}">
                    <a16:creationId xmlns:a16="http://schemas.microsoft.com/office/drawing/2014/main" id="{3C3D2B2C-A37C-70D4-FE16-AB245B3BB622}"/>
                  </a:ext>
                </a:extLst>
              </p:cNvPr>
              <p:cNvSpPr/>
              <p:nvPr/>
            </p:nvSpPr>
            <p:spPr>
              <a:xfrm>
                <a:off x="4313568" y="3502152"/>
                <a:ext cx="868680" cy="868680"/>
              </a:xfrm>
              <a:prstGeom prst="ellipse">
                <a:avLst/>
              </a:prstGeom>
              <a:solidFill>
                <a:srgbClr val="8B1212"/>
              </a:solidFill>
              <a:ln/>
              <a:effectLst>
                <a:outerShdw blurRad="76200" dist="25400" dir="5400000" algn="bl" rotWithShape="0">
                  <a:srgbClr val="000000">
                    <a:alpha val="16000"/>
                  </a:srgbClr>
                </a:outerShdw>
              </a:effectLst>
            </p:spPr>
          </p:sp>
          <p:pic>
            <p:nvPicPr>
              <p:cNvPr id="46" name="Image 3" descr="preencoded.png">
                <a:extLst>
                  <a:ext uri="{FF2B5EF4-FFF2-40B4-BE49-F238E27FC236}">
                    <a16:creationId xmlns:a16="http://schemas.microsoft.com/office/drawing/2014/main" id="{D0709BE2-44CE-795D-2176-6CE70B12D4F3}"/>
                  </a:ext>
                </a:extLst>
              </p:cNvPr>
              <p:cNvPicPr>
                <a:picLocks noChangeAspect="1"/>
              </p:cNvPicPr>
              <p:nvPr/>
            </p:nvPicPr>
            <p:blipFill>
              <a:blip r:embed="rId4"/>
              <a:stretch>
                <a:fillRect/>
              </a:stretch>
            </p:blipFill>
            <p:spPr>
              <a:xfrm>
                <a:off x="4530738" y="3719322"/>
                <a:ext cx="434340" cy="434340"/>
              </a:xfrm>
              <a:prstGeom prst="rect">
                <a:avLst/>
              </a:prstGeom>
            </p:spPr>
          </p:pic>
          <p:sp>
            <p:nvSpPr>
              <p:cNvPr id="47" name="Text 9">
                <a:extLst>
                  <a:ext uri="{FF2B5EF4-FFF2-40B4-BE49-F238E27FC236}">
                    <a16:creationId xmlns:a16="http://schemas.microsoft.com/office/drawing/2014/main" id="{442AC79C-78BA-7BBE-C158-4892589CB5BC}"/>
                  </a:ext>
                </a:extLst>
              </p:cNvPr>
              <p:cNvSpPr/>
              <p:nvPr/>
            </p:nvSpPr>
            <p:spPr>
              <a:xfrm>
                <a:off x="3555416" y="4507992"/>
                <a:ext cx="2384984" cy="41148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Thẻ sự kiện</a:t>
                </a:r>
                <a:endParaRPr lang="en-US" dirty="0"/>
              </a:p>
            </p:txBody>
          </p:sp>
          <p:sp>
            <p:nvSpPr>
              <p:cNvPr id="48" name="Text 10">
                <a:extLst>
                  <a:ext uri="{FF2B5EF4-FFF2-40B4-BE49-F238E27FC236}">
                    <a16:creationId xmlns:a16="http://schemas.microsoft.com/office/drawing/2014/main" id="{FE63FB77-5A77-695C-8931-2751B83B33AB}"/>
                  </a:ext>
                </a:extLst>
              </p:cNvPr>
              <p:cNvSpPr/>
              <p:nvPr/>
            </p:nvSpPr>
            <p:spPr>
              <a:xfrm>
                <a:off x="3692576" y="4965192"/>
                <a:ext cx="2110664" cy="86868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Thẻ nổi ra từ vị trí tỉnh trên bản đồ</a:t>
                </a:r>
                <a:endParaRPr lang="en-US" sz="1600" dirty="0"/>
              </a:p>
            </p:txBody>
          </p:sp>
        </p:grpSp>
        <p:pic>
          <p:nvPicPr>
            <p:cNvPr id="49" name="Image 4" descr="preencoded.png">
              <a:extLst>
                <a:ext uri="{FF2B5EF4-FFF2-40B4-BE49-F238E27FC236}">
                  <a16:creationId xmlns:a16="http://schemas.microsoft.com/office/drawing/2014/main" id="{460EF715-9851-673E-87B2-55B16DB977EC}"/>
                </a:ext>
              </a:extLst>
            </p:cNvPr>
            <p:cNvPicPr>
              <a:picLocks noChangeAspect="1"/>
            </p:cNvPicPr>
            <p:nvPr/>
          </p:nvPicPr>
          <p:blipFill>
            <a:blip r:embed="rId3"/>
            <a:stretch>
              <a:fillRect/>
            </a:stretch>
          </p:blipFill>
          <p:spPr>
            <a:xfrm>
              <a:off x="6004408" y="4187952"/>
              <a:ext cx="329184" cy="329184"/>
            </a:xfrm>
            <a:prstGeom prst="rect">
              <a:avLst/>
            </a:prstGeom>
          </p:spPr>
        </p:pic>
        <p:grpSp>
          <p:nvGrpSpPr>
            <p:cNvPr id="66" name="Group 65">
              <a:extLst>
                <a:ext uri="{FF2B5EF4-FFF2-40B4-BE49-F238E27FC236}">
                  <a16:creationId xmlns:a16="http://schemas.microsoft.com/office/drawing/2014/main" id="{FB5556AE-E2D5-CE69-50A3-F9729BEBC9B6}"/>
                </a:ext>
              </a:extLst>
            </p:cNvPr>
            <p:cNvGrpSpPr/>
            <p:nvPr/>
          </p:nvGrpSpPr>
          <p:grpSpPr>
            <a:xfrm>
              <a:off x="6397600" y="3182112"/>
              <a:ext cx="2384984" cy="2743200"/>
              <a:chOff x="6397600" y="3182112"/>
              <a:chExt cx="2384984" cy="2743200"/>
            </a:xfrm>
          </p:grpSpPr>
          <p:sp>
            <p:nvSpPr>
              <p:cNvPr id="50" name="Shape 11">
                <a:extLst>
                  <a:ext uri="{FF2B5EF4-FFF2-40B4-BE49-F238E27FC236}">
                    <a16:creationId xmlns:a16="http://schemas.microsoft.com/office/drawing/2014/main" id="{34D4254C-B53D-BF24-E282-83201E1CD68F}"/>
                  </a:ext>
                </a:extLst>
              </p:cNvPr>
              <p:cNvSpPr/>
              <p:nvPr/>
            </p:nvSpPr>
            <p:spPr>
              <a:xfrm>
                <a:off x="6397600" y="3182112"/>
                <a:ext cx="2384984" cy="2743200"/>
              </a:xfrm>
              <a:prstGeom prst="roundRect">
                <a:avLst>
                  <a:gd name="adj" fmla="val 3834"/>
                </a:avLst>
              </a:prstGeom>
              <a:solidFill>
                <a:srgbClr val="FFFFFF"/>
              </a:solidFill>
              <a:ln/>
              <a:effectLst>
                <a:outerShdw blurRad="76200" dist="25400" dir="5400000" algn="bl" rotWithShape="0">
                  <a:srgbClr val="000000">
                    <a:alpha val="18000"/>
                  </a:srgbClr>
                </a:outerShdw>
              </a:effectLst>
            </p:spPr>
          </p:sp>
          <p:sp>
            <p:nvSpPr>
              <p:cNvPr id="51" name="Shape 12">
                <a:extLst>
                  <a:ext uri="{FF2B5EF4-FFF2-40B4-BE49-F238E27FC236}">
                    <a16:creationId xmlns:a16="http://schemas.microsoft.com/office/drawing/2014/main" id="{E031FF9C-33FE-6FFB-BC54-617B142F015E}"/>
                  </a:ext>
                </a:extLst>
              </p:cNvPr>
              <p:cNvSpPr/>
              <p:nvPr/>
            </p:nvSpPr>
            <p:spPr>
              <a:xfrm>
                <a:off x="7155752" y="3502152"/>
                <a:ext cx="868680" cy="868680"/>
              </a:xfrm>
              <a:prstGeom prst="ellipse">
                <a:avLst/>
              </a:prstGeom>
              <a:solidFill>
                <a:srgbClr val="8B1212"/>
              </a:solidFill>
              <a:ln/>
              <a:effectLst>
                <a:outerShdw blurRad="76200" dist="25400" dir="5400000" algn="bl" rotWithShape="0">
                  <a:srgbClr val="000000">
                    <a:alpha val="16000"/>
                  </a:srgbClr>
                </a:outerShdw>
              </a:effectLst>
            </p:spPr>
          </p:sp>
          <p:pic>
            <p:nvPicPr>
              <p:cNvPr id="52" name="Image 5" descr="preencoded.png">
                <a:extLst>
                  <a:ext uri="{FF2B5EF4-FFF2-40B4-BE49-F238E27FC236}">
                    <a16:creationId xmlns:a16="http://schemas.microsoft.com/office/drawing/2014/main" id="{AD047331-C975-DAA9-A5AB-56D21C26B892}"/>
                  </a:ext>
                </a:extLst>
              </p:cNvPr>
              <p:cNvPicPr>
                <a:picLocks noChangeAspect="1"/>
              </p:cNvPicPr>
              <p:nvPr/>
            </p:nvPicPr>
            <p:blipFill>
              <a:blip r:embed="rId5"/>
              <a:stretch>
                <a:fillRect/>
              </a:stretch>
            </p:blipFill>
            <p:spPr>
              <a:xfrm>
                <a:off x="7372922" y="3719322"/>
                <a:ext cx="434340" cy="434340"/>
              </a:xfrm>
              <a:prstGeom prst="rect">
                <a:avLst/>
              </a:prstGeom>
            </p:spPr>
          </p:pic>
          <p:sp>
            <p:nvSpPr>
              <p:cNvPr id="53" name="Text 13">
                <a:extLst>
                  <a:ext uri="{FF2B5EF4-FFF2-40B4-BE49-F238E27FC236}">
                    <a16:creationId xmlns:a16="http://schemas.microsoft.com/office/drawing/2014/main" id="{04CC809D-719C-A45C-C659-8246B281A948}"/>
                  </a:ext>
                </a:extLst>
              </p:cNvPr>
              <p:cNvSpPr/>
              <p:nvPr/>
            </p:nvSpPr>
            <p:spPr>
              <a:xfrm>
                <a:off x="6397600" y="4507992"/>
                <a:ext cx="2384984" cy="41148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Giọng thuyết minh</a:t>
                </a:r>
                <a:endParaRPr lang="en-US" dirty="0"/>
              </a:p>
            </p:txBody>
          </p:sp>
          <p:sp>
            <p:nvSpPr>
              <p:cNvPr id="54" name="Text 14">
                <a:extLst>
                  <a:ext uri="{FF2B5EF4-FFF2-40B4-BE49-F238E27FC236}">
                    <a16:creationId xmlns:a16="http://schemas.microsoft.com/office/drawing/2014/main" id="{C7DB175C-CA1F-54CE-7877-1C0DAFF04AD4}"/>
                  </a:ext>
                </a:extLst>
              </p:cNvPr>
              <p:cNvSpPr/>
              <p:nvPr/>
            </p:nvSpPr>
            <p:spPr>
              <a:xfrm>
                <a:off x="6534760" y="4965192"/>
                <a:ext cx="2110664" cy="86868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Đọc “Năm X tại tỉnh: sự kiện…”</a:t>
                </a:r>
                <a:endParaRPr lang="en-US" sz="1600" dirty="0"/>
              </a:p>
            </p:txBody>
          </p:sp>
        </p:grpSp>
        <p:pic>
          <p:nvPicPr>
            <p:cNvPr id="55" name="Image 6" descr="preencoded.png">
              <a:extLst>
                <a:ext uri="{FF2B5EF4-FFF2-40B4-BE49-F238E27FC236}">
                  <a16:creationId xmlns:a16="http://schemas.microsoft.com/office/drawing/2014/main" id="{CACECA2B-3250-A64C-5221-3C57ED0888D6}"/>
                </a:ext>
              </a:extLst>
            </p:cNvPr>
            <p:cNvPicPr>
              <a:picLocks noChangeAspect="1"/>
            </p:cNvPicPr>
            <p:nvPr/>
          </p:nvPicPr>
          <p:blipFill>
            <a:blip r:embed="rId3"/>
            <a:stretch>
              <a:fillRect/>
            </a:stretch>
          </p:blipFill>
          <p:spPr>
            <a:xfrm>
              <a:off x="8846591" y="4187952"/>
              <a:ext cx="329184" cy="329184"/>
            </a:xfrm>
            <a:prstGeom prst="rect">
              <a:avLst/>
            </a:prstGeom>
          </p:spPr>
        </p:pic>
        <p:grpSp>
          <p:nvGrpSpPr>
            <p:cNvPr id="67" name="Group 66">
              <a:extLst>
                <a:ext uri="{FF2B5EF4-FFF2-40B4-BE49-F238E27FC236}">
                  <a16:creationId xmlns:a16="http://schemas.microsoft.com/office/drawing/2014/main" id="{99D6CD25-37BB-8722-F5D9-5079AF1624B8}"/>
                </a:ext>
              </a:extLst>
            </p:cNvPr>
            <p:cNvGrpSpPr/>
            <p:nvPr/>
          </p:nvGrpSpPr>
          <p:grpSpPr>
            <a:xfrm>
              <a:off x="9239783" y="3182112"/>
              <a:ext cx="2384984" cy="2743200"/>
              <a:chOff x="9239783" y="3182112"/>
              <a:chExt cx="2384984" cy="2743200"/>
            </a:xfrm>
          </p:grpSpPr>
          <p:sp>
            <p:nvSpPr>
              <p:cNvPr id="56" name="Shape 15">
                <a:extLst>
                  <a:ext uri="{FF2B5EF4-FFF2-40B4-BE49-F238E27FC236}">
                    <a16:creationId xmlns:a16="http://schemas.microsoft.com/office/drawing/2014/main" id="{6E379A4E-D400-7F00-7C00-667C7122CF77}"/>
                  </a:ext>
                </a:extLst>
              </p:cNvPr>
              <p:cNvSpPr/>
              <p:nvPr/>
            </p:nvSpPr>
            <p:spPr>
              <a:xfrm>
                <a:off x="9239783" y="3182112"/>
                <a:ext cx="2384984" cy="2743200"/>
              </a:xfrm>
              <a:prstGeom prst="roundRect">
                <a:avLst>
                  <a:gd name="adj" fmla="val 3834"/>
                </a:avLst>
              </a:prstGeom>
              <a:solidFill>
                <a:srgbClr val="FFFFFF"/>
              </a:solidFill>
              <a:ln/>
              <a:effectLst>
                <a:outerShdw blurRad="76200" dist="25400" dir="5400000" algn="bl" rotWithShape="0">
                  <a:srgbClr val="000000">
                    <a:alpha val="18000"/>
                  </a:srgbClr>
                </a:outerShdw>
              </a:effectLst>
            </p:spPr>
          </p:sp>
          <p:sp>
            <p:nvSpPr>
              <p:cNvPr id="57" name="Shape 16">
                <a:extLst>
                  <a:ext uri="{FF2B5EF4-FFF2-40B4-BE49-F238E27FC236}">
                    <a16:creationId xmlns:a16="http://schemas.microsoft.com/office/drawing/2014/main" id="{F929B978-121B-C5E2-7B69-3D6442766838}"/>
                  </a:ext>
                </a:extLst>
              </p:cNvPr>
              <p:cNvSpPr/>
              <p:nvPr/>
            </p:nvSpPr>
            <p:spPr>
              <a:xfrm>
                <a:off x="9997935" y="3502152"/>
                <a:ext cx="868680" cy="868680"/>
              </a:xfrm>
              <a:prstGeom prst="ellipse">
                <a:avLst/>
              </a:prstGeom>
              <a:solidFill>
                <a:srgbClr val="8B1212"/>
              </a:solidFill>
              <a:ln/>
              <a:effectLst>
                <a:outerShdw blurRad="76200" dist="25400" dir="5400000" algn="bl" rotWithShape="0">
                  <a:srgbClr val="000000">
                    <a:alpha val="16000"/>
                  </a:srgbClr>
                </a:outerShdw>
              </a:effectLst>
            </p:spPr>
          </p:sp>
          <p:pic>
            <p:nvPicPr>
              <p:cNvPr id="58" name="Image 7" descr="preencoded.png">
                <a:extLst>
                  <a:ext uri="{FF2B5EF4-FFF2-40B4-BE49-F238E27FC236}">
                    <a16:creationId xmlns:a16="http://schemas.microsoft.com/office/drawing/2014/main" id="{06051F75-C628-A413-61CE-A94E8D231F84}"/>
                  </a:ext>
                </a:extLst>
              </p:cNvPr>
              <p:cNvPicPr>
                <a:picLocks noChangeAspect="1"/>
              </p:cNvPicPr>
              <p:nvPr/>
            </p:nvPicPr>
            <p:blipFill>
              <a:blip r:embed="rId6"/>
              <a:stretch>
                <a:fillRect/>
              </a:stretch>
            </p:blipFill>
            <p:spPr>
              <a:xfrm>
                <a:off x="10215105" y="3719322"/>
                <a:ext cx="434340" cy="434340"/>
              </a:xfrm>
              <a:prstGeom prst="rect">
                <a:avLst/>
              </a:prstGeom>
            </p:spPr>
          </p:pic>
          <p:sp>
            <p:nvSpPr>
              <p:cNvPr id="59" name="Text 17">
                <a:extLst>
                  <a:ext uri="{FF2B5EF4-FFF2-40B4-BE49-F238E27FC236}">
                    <a16:creationId xmlns:a16="http://schemas.microsoft.com/office/drawing/2014/main" id="{A7C47A8F-DCEE-B8C8-670C-6275F888E286}"/>
                  </a:ext>
                </a:extLst>
              </p:cNvPr>
              <p:cNvSpPr/>
              <p:nvPr/>
            </p:nvSpPr>
            <p:spPr>
              <a:xfrm>
                <a:off x="9239783" y="4507992"/>
                <a:ext cx="2384984" cy="41148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Số năm chạy</a:t>
                </a:r>
                <a:endParaRPr lang="en-US" dirty="0"/>
              </a:p>
            </p:txBody>
          </p:sp>
          <p:sp>
            <p:nvSpPr>
              <p:cNvPr id="60" name="Text 18">
                <a:extLst>
                  <a:ext uri="{FF2B5EF4-FFF2-40B4-BE49-F238E27FC236}">
                    <a16:creationId xmlns:a16="http://schemas.microsoft.com/office/drawing/2014/main" id="{5676F7FE-810F-BB07-FA9E-6B2B6A109B53}"/>
                  </a:ext>
                </a:extLst>
              </p:cNvPr>
              <p:cNvSpPr/>
              <p:nvPr/>
            </p:nvSpPr>
            <p:spPr>
              <a:xfrm>
                <a:off x="9376943" y="4965192"/>
                <a:ext cx="2110664" cy="86868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Năm hiển thị ở trung tâm bản đồ</a:t>
                </a:r>
                <a:endParaRPr lang="en-US" sz="1600" dirty="0"/>
              </a:p>
            </p:txBody>
          </p:sp>
        </p:grpSp>
      </p:grpSp>
      <p:grpSp>
        <p:nvGrpSpPr>
          <p:cNvPr id="69" name="Group 68">
            <a:extLst>
              <a:ext uri="{FF2B5EF4-FFF2-40B4-BE49-F238E27FC236}">
                <a16:creationId xmlns:a16="http://schemas.microsoft.com/office/drawing/2014/main" id="{159EB7F2-6405-C6FE-016B-677D0D199F5B}"/>
              </a:ext>
            </a:extLst>
          </p:cNvPr>
          <p:cNvGrpSpPr/>
          <p:nvPr/>
        </p:nvGrpSpPr>
        <p:grpSpPr>
          <a:xfrm>
            <a:off x="752475" y="5541392"/>
            <a:ext cx="10911535" cy="869824"/>
            <a:chOff x="713232" y="6701408"/>
            <a:chExt cx="10911535" cy="869824"/>
          </a:xfrm>
        </p:grpSpPr>
        <p:sp>
          <p:nvSpPr>
            <p:cNvPr id="61" name="Shape 19">
              <a:extLst>
                <a:ext uri="{FF2B5EF4-FFF2-40B4-BE49-F238E27FC236}">
                  <a16:creationId xmlns:a16="http://schemas.microsoft.com/office/drawing/2014/main" id="{E462E2B9-9977-C81A-3047-BEF29BF70B7B}"/>
                </a:ext>
              </a:extLst>
            </p:cNvPr>
            <p:cNvSpPr/>
            <p:nvPr/>
          </p:nvSpPr>
          <p:spPr>
            <a:xfrm>
              <a:off x="713232" y="6701408"/>
              <a:ext cx="10911535" cy="869824"/>
            </a:xfrm>
            <a:prstGeom prst="roundRect">
              <a:avLst>
                <a:gd name="adj" fmla="val 7407"/>
              </a:avLst>
            </a:prstGeom>
            <a:solidFill>
              <a:srgbClr val="F0E8E0"/>
            </a:solidFill>
            <a:ln/>
          </p:spPr>
        </p:sp>
        <p:sp>
          <p:nvSpPr>
            <p:cNvPr id="62" name="Text 20">
              <a:extLst>
                <a:ext uri="{FF2B5EF4-FFF2-40B4-BE49-F238E27FC236}">
                  <a16:creationId xmlns:a16="http://schemas.microsoft.com/office/drawing/2014/main" id="{FBB5A37D-2329-E0BA-FE50-45447750F11C}"/>
                </a:ext>
              </a:extLst>
            </p:cNvPr>
            <p:cNvSpPr/>
            <p:nvPr/>
          </p:nvSpPr>
          <p:spPr>
            <a:xfrm>
              <a:off x="1048360" y="6804153"/>
              <a:ext cx="5486400" cy="365760"/>
            </a:xfrm>
            <a:prstGeom prst="rect">
              <a:avLst/>
            </a:prstGeom>
            <a:noFill/>
            <a:ln/>
          </p:spPr>
          <p:txBody>
            <a:bodyPr wrap="square" rtlCol="0" anchor="ctr"/>
            <a:lstStyle/>
            <a:p>
              <a:pPr marL="0" indent="0">
                <a:buNone/>
              </a:pPr>
              <a:r>
                <a:rPr lang="en-US" sz="1400" b="1" dirty="0">
                  <a:solidFill>
                    <a:srgbClr val="8B1212"/>
                  </a:solidFill>
                  <a:latin typeface="Cambria" pitchFamily="34" charset="0"/>
                  <a:ea typeface="Cambria" pitchFamily="34" charset="-122"/>
                  <a:cs typeface="Cambria" pitchFamily="34" charset="-120"/>
                </a:rPr>
                <a:t>Thanh điều khiển phát</a:t>
              </a:r>
              <a:endParaRPr lang="en-US" sz="1400" dirty="0"/>
            </a:p>
          </p:txBody>
        </p:sp>
        <p:sp>
          <p:nvSpPr>
            <p:cNvPr id="63" name="Text 21">
              <a:extLst>
                <a:ext uri="{FF2B5EF4-FFF2-40B4-BE49-F238E27FC236}">
                  <a16:creationId xmlns:a16="http://schemas.microsoft.com/office/drawing/2014/main" id="{8CC88C1F-D60C-F3EB-D7A0-2E70A55AEA87}"/>
                </a:ext>
              </a:extLst>
            </p:cNvPr>
            <p:cNvSpPr/>
            <p:nvPr/>
          </p:nvSpPr>
          <p:spPr>
            <a:xfrm>
              <a:off x="987551" y="7022592"/>
              <a:ext cx="10362895" cy="548640"/>
            </a:xfrm>
            <a:prstGeom prst="rect">
              <a:avLst/>
            </a:prstGeom>
            <a:noFill/>
            <a:ln/>
          </p:spPr>
          <p:txBody>
            <a:bodyPr wrap="square" rtlCol="0" anchor="ctr"/>
            <a:lstStyle/>
            <a:p>
              <a:pPr marL="0" indent="0">
                <a:buNone/>
              </a:pPr>
              <a:r>
                <a:rPr lang="en-US" sz="1500" dirty="0">
                  <a:solidFill>
                    <a:srgbClr val="2A1A1A"/>
                  </a:solidFill>
                  <a:latin typeface="Arial" pitchFamily="34" charset="0"/>
                  <a:ea typeface="Arial" pitchFamily="34" charset="-122"/>
                  <a:cs typeface="Arial" pitchFamily="34" charset="-120"/>
                </a:rPr>
                <a:t>|◀ Đầu    ◀ Lùi    </a:t>
              </a:r>
              <a:r>
                <a:rPr lang="en-US" sz="1500" b="1" dirty="0">
                  <a:solidFill>
                    <a:srgbClr val="8B1212"/>
                  </a:solidFill>
                  <a:latin typeface="Arial" pitchFamily="34" charset="0"/>
                  <a:ea typeface="Arial" pitchFamily="34" charset="-122"/>
                  <a:cs typeface="Arial" pitchFamily="34" charset="-120"/>
                </a:rPr>
                <a:t>▶ Phát / ⏸ Dừng</a:t>
              </a:r>
              <a:r>
                <a:rPr lang="en-US" sz="1500" dirty="0">
                  <a:solidFill>
                    <a:srgbClr val="2A1A1A"/>
                  </a:solidFill>
                  <a:latin typeface="Arial" pitchFamily="34" charset="0"/>
                  <a:ea typeface="Arial" pitchFamily="34" charset="-122"/>
                  <a:cs typeface="Arial" pitchFamily="34" charset="-120"/>
                </a:rPr>
                <a:t>    ▶ Tiếp    ▶| Cuối       Tốc độ: Chậm · Bình thường · Nhanh</a:t>
              </a:r>
              <a:endParaRPr lang="en-US" sz="1500" dirty="0"/>
            </a:p>
          </p:txBody>
        </p:sp>
      </p:grpSp>
      <p:pic>
        <p:nvPicPr>
          <p:cNvPr id="70" name="Image 1" descr="preencoded.png">
            <a:extLst>
              <a:ext uri="{FF2B5EF4-FFF2-40B4-BE49-F238E27FC236}">
                <a16:creationId xmlns:a16="http://schemas.microsoft.com/office/drawing/2014/main" id="{8B3560A4-7876-03A6-FEF2-184ED024CB3C}"/>
              </a:ext>
            </a:extLst>
          </p:cNvPr>
          <p:cNvPicPr>
            <a:picLocks noChangeAspect="1"/>
          </p:cNvPicPr>
          <p:nvPr/>
        </p:nvPicPr>
        <p:blipFill>
          <a:blip r:embed="rId7"/>
          <a:stretch>
            <a:fillRect/>
          </a:stretch>
        </p:blipFill>
        <p:spPr>
          <a:xfrm>
            <a:off x="1740002" y="2987549"/>
            <a:ext cx="388620" cy="388620"/>
          </a:xfrm>
          <a:prstGeom prst="rect">
            <a:avLst/>
          </a:prstGeom>
        </p:spPr>
      </p:pic>
    </p:spTree>
    <p:extLst>
      <p:ext uri="{BB962C8B-B14F-4D97-AF65-F5344CB8AC3E}">
        <p14:creationId xmlns:p14="http://schemas.microsoft.com/office/powerpoint/2010/main" val="67474963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B026FCB4-82BE-5F0D-B6F4-2FA933D737A6}"/>
            </a:ext>
          </a:extLst>
        </p:cNvPr>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67672E47-EED3-0AD0-6C10-5AABCA3E7084}"/>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FF14361-9907-18F9-8D8B-3F9D8C1B2CB0}"/>
              </a:ext>
            </a:extLst>
          </p:cNvPr>
          <p:cNvPicPr>
            <a:picLocks noChangeAspect="1"/>
          </p:cNvPicPr>
          <p:nvPr/>
        </p:nvPicPr>
        <p:blipFill>
          <a:blip r:embed="rId3"/>
          <a:stretch>
            <a:fillRect/>
          </a:stretch>
        </p:blipFill>
        <p:spPr>
          <a:xfrm>
            <a:off x="548640" y="1603742"/>
            <a:ext cx="10972800" cy="4920229"/>
          </a:xfrm>
          <a:prstGeom prst="rect">
            <a:avLst/>
          </a:prstGeom>
        </p:spPr>
      </p:pic>
      <p:sp>
        <p:nvSpPr>
          <p:cNvPr id="7" name="Text 0">
            <a:extLst>
              <a:ext uri="{FF2B5EF4-FFF2-40B4-BE49-F238E27FC236}">
                <a16:creationId xmlns:a16="http://schemas.microsoft.com/office/drawing/2014/main" id="{1B9A1533-66E4-70E9-BCA8-F617527FA212}"/>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8" name="TextBox 7">
            <a:extLst>
              <a:ext uri="{FF2B5EF4-FFF2-40B4-BE49-F238E27FC236}">
                <a16:creationId xmlns:a16="http://schemas.microsoft.com/office/drawing/2014/main" id="{73217AF2-87A6-AFA4-A6F6-E3C393DBC8AA}"/>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Tree>
    <p:extLst>
      <p:ext uri="{BB962C8B-B14F-4D97-AF65-F5344CB8AC3E}">
        <p14:creationId xmlns:p14="http://schemas.microsoft.com/office/powerpoint/2010/main" val="76736894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BF6EE"/>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E9121A5F-42D5-17AA-2240-26F5A74D7145}"/>
              </a:ext>
            </a:extLst>
          </p:cNvPr>
          <p:cNvGrpSpPr/>
          <p:nvPr/>
        </p:nvGrpSpPr>
        <p:grpSpPr>
          <a:xfrm>
            <a:off x="548792" y="2255016"/>
            <a:ext cx="11094415" cy="4300728"/>
            <a:chOff x="548640" y="1719072"/>
            <a:chExt cx="11094415" cy="4300728"/>
          </a:xfrm>
        </p:grpSpPr>
        <p:sp>
          <p:nvSpPr>
            <p:cNvPr id="6" name="Shape 3"/>
            <p:cNvSpPr/>
            <p:nvPr/>
          </p:nvSpPr>
          <p:spPr>
            <a:xfrm>
              <a:off x="548640" y="1719072"/>
              <a:ext cx="3454298" cy="2578608"/>
            </a:xfrm>
            <a:prstGeom prst="roundRect">
              <a:avLst>
                <a:gd name="adj" fmla="val 3333"/>
              </a:avLst>
            </a:prstGeom>
            <a:solidFill>
              <a:srgbClr val="8B1212"/>
            </a:solidFill>
            <a:ln/>
            <a:effectLst>
              <a:outerShdw blurRad="101600" dist="38100" dir="5400000" algn="bl" rotWithShape="0">
                <a:srgbClr val="000000">
                  <a:alpha val="18000"/>
                </a:srgbClr>
              </a:outerShdw>
            </a:effectLst>
          </p:spPr>
        </p:sp>
        <p:sp>
          <p:nvSpPr>
            <p:cNvPr id="7" name="Shape 4"/>
            <p:cNvSpPr/>
            <p:nvPr/>
          </p:nvSpPr>
          <p:spPr>
            <a:xfrm>
              <a:off x="1818589" y="1920240"/>
              <a:ext cx="914400" cy="914400"/>
            </a:xfrm>
            <a:prstGeom prst="ellipse">
              <a:avLst/>
            </a:prstGeom>
            <a:solidFill>
              <a:srgbClr val="F0C040"/>
            </a:solidFill>
            <a:ln/>
            <a:effectLst>
              <a:outerShdw blurRad="76200" dist="25400" dir="5400000" algn="bl" rotWithShape="0">
                <a:srgbClr val="000000">
                  <a:alpha val="16000"/>
                </a:srgbClr>
              </a:outerShdw>
            </a:effectLst>
          </p:spPr>
        </p:sp>
        <p:pic>
          <p:nvPicPr>
            <p:cNvPr id="8" name="Image 1" descr="preencoded.png"/>
            <p:cNvPicPr>
              <a:picLocks noChangeAspect="1"/>
            </p:cNvPicPr>
            <p:nvPr/>
          </p:nvPicPr>
          <p:blipFill>
            <a:blip r:embed="rId3"/>
            <a:stretch>
              <a:fillRect/>
            </a:stretch>
          </p:blipFill>
          <p:spPr>
            <a:xfrm>
              <a:off x="2047189" y="2148840"/>
              <a:ext cx="457200" cy="457200"/>
            </a:xfrm>
            <a:prstGeom prst="rect">
              <a:avLst/>
            </a:prstGeom>
          </p:spPr>
        </p:pic>
        <p:sp>
          <p:nvSpPr>
            <p:cNvPr id="9" name="Text 5"/>
            <p:cNvSpPr/>
            <p:nvPr/>
          </p:nvSpPr>
          <p:spPr>
            <a:xfrm>
              <a:off x="548640" y="2926080"/>
              <a:ext cx="3454298" cy="320040"/>
            </a:xfrm>
            <a:prstGeom prst="rect">
              <a:avLst/>
            </a:prstGeom>
            <a:noFill/>
            <a:ln/>
          </p:spPr>
          <p:txBody>
            <a:bodyPr wrap="square" rtlCol="0" anchor="ctr"/>
            <a:lstStyle/>
            <a:p>
              <a:pPr marL="0" indent="0" algn="ctr">
                <a:buNone/>
              </a:pPr>
              <a:r>
                <a:rPr lang="en-US" b="1" dirty="0">
                  <a:solidFill>
                    <a:srgbClr val="F0C040"/>
                  </a:solidFill>
                  <a:latin typeface="Arial" pitchFamily="34" charset="0"/>
                  <a:ea typeface="Arial" pitchFamily="34" charset="-122"/>
                  <a:cs typeface="Arial" pitchFamily="34" charset="-120"/>
                </a:rPr>
                <a:t>Dạng 1</a:t>
              </a:r>
              <a:endParaRPr lang="en-US" dirty="0"/>
            </a:p>
          </p:txBody>
        </p:sp>
        <p:sp>
          <p:nvSpPr>
            <p:cNvPr id="10" name="Text 6"/>
            <p:cNvSpPr/>
            <p:nvPr/>
          </p:nvSpPr>
          <p:spPr>
            <a:xfrm>
              <a:off x="548640" y="3218688"/>
              <a:ext cx="3454298" cy="457200"/>
            </a:xfrm>
            <a:prstGeom prst="rect">
              <a:avLst/>
            </a:prstGeom>
            <a:noFill/>
            <a:ln/>
          </p:spPr>
          <p:txBody>
            <a:bodyPr wrap="square"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Sự kiện ở đâu?</a:t>
              </a:r>
              <a:endParaRPr lang="en-US" dirty="0"/>
            </a:p>
          </p:txBody>
        </p:sp>
        <p:sp>
          <p:nvSpPr>
            <p:cNvPr id="11" name="Text 7"/>
            <p:cNvSpPr/>
            <p:nvPr/>
          </p:nvSpPr>
          <p:spPr>
            <a:xfrm>
              <a:off x="731520" y="3703320"/>
              <a:ext cx="3088538" cy="548640"/>
            </a:xfrm>
            <a:prstGeom prst="rect">
              <a:avLst/>
            </a:prstGeom>
            <a:noFill/>
            <a:ln/>
          </p:spPr>
          <p:txBody>
            <a:bodyPr wrap="square" rtlCol="0" anchor="t"/>
            <a:lstStyle/>
            <a:p>
              <a:pPr marL="0" indent="0" algn="ctr">
                <a:buNone/>
              </a:pPr>
              <a:r>
                <a:rPr lang="en-US" sz="1600" dirty="0">
                  <a:solidFill>
                    <a:srgbClr val="F5E0E0"/>
                  </a:solidFill>
                  <a:latin typeface="Arial" pitchFamily="34" charset="0"/>
                  <a:ea typeface="Arial" pitchFamily="34" charset="-122"/>
                  <a:cs typeface="Arial" pitchFamily="34" charset="-120"/>
                </a:rPr>
                <a:t>Click thẳng vào tỉnh trên bản đồ để trả lời</a:t>
              </a:r>
              <a:endParaRPr lang="en-US" sz="1600" dirty="0"/>
            </a:p>
          </p:txBody>
        </p:sp>
        <p:sp>
          <p:nvSpPr>
            <p:cNvPr id="12" name="Shape 8"/>
            <p:cNvSpPr/>
            <p:nvPr/>
          </p:nvSpPr>
          <p:spPr>
            <a:xfrm>
              <a:off x="4368698" y="1719072"/>
              <a:ext cx="3454298" cy="2578608"/>
            </a:xfrm>
            <a:prstGeom prst="roundRect">
              <a:avLst>
                <a:gd name="adj" fmla="val 3333"/>
              </a:avLst>
            </a:prstGeom>
            <a:solidFill>
              <a:srgbClr val="FFFFFF"/>
            </a:solidFill>
            <a:ln/>
            <a:effectLst>
              <a:outerShdw blurRad="101600" dist="38100" dir="5400000" algn="bl" rotWithShape="0">
                <a:srgbClr val="000000">
                  <a:alpha val="18000"/>
                </a:srgbClr>
              </a:outerShdw>
            </a:effectLst>
          </p:spPr>
        </p:sp>
        <p:sp>
          <p:nvSpPr>
            <p:cNvPr id="13" name="Shape 9"/>
            <p:cNvSpPr/>
            <p:nvPr/>
          </p:nvSpPr>
          <p:spPr>
            <a:xfrm>
              <a:off x="5638648" y="1920240"/>
              <a:ext cx="914400" cy="914400"/>
            </a:xfrm>
            <a:prstGeom prst="ellipse">
              <a:avLst/>
            </a:prstGeom>
            <a:solidFill>
              <a:srgbClr val="EFD9D9"/>
            </a:solidFill>
            <a:ln/>
            <a:effectLst>
              <a:outerShdw blurRad="76200" dist="25400" dir="5400000" algn="bl" rotWithShape="0">
                <a:srgbClr val="000000">
                  <a:alpha val="16000"/>
                </a:srgbClr>
              </a:outerShdw>
            </a:effectLst>
          </p:spPr>
        </p:sp>
        <p:pic>
          <p:nvPicPr>
            <p:cNvPr id="14" name="Image 2" descr="preencoded.png"/>
            <p:cNvPicPr>
              <a:picLocks noChangeAspect="1"/>
            </p:cNvPicPr>
            <p:nvPr/>
          </p:nvPicPr>
          <p:blipFill>
            <a:blip r:embed="rId4"/>
            <a:stretch>
              <a:fillRect/>
            </a:stretch>
          </p:blipFill>
          <p:spPr>
            <a:xfrm>
              <a:off x="5867248" y="2148840"/>
              <a:ext cx="457200" cy="457200"/>
            </a:xfrm>
            <a:prstGeom prst="rect">
              <a:avLst/>
            </a:prstGeom>
          </p:spPr>
        </p:pic>
        <p:sp>
          <p:nvSpPr>
            <p:cNvPr id="15" name="Text 10"/>
            <p:cNvSpPr/>
            <p:nvPr/>
          </p:nvSpPr>
          <p:spPr>
            <a:xfrm>
              <a:off x="4368698" y="2926080"/>
              <a:ext cx="3454298" cy="320040"/>
            </a:xfrm>
            <a:prstGeom prst="rect">
              <a:avLst/>
            </a:prstGeom>
            <a:noFill/>
            <a:ln/>
          </p:spPr>
          <p:txBody>
            <a:bodyPr wrap="square" rtlCol="0" anchor="ctr"/>
            <a:lstStyle/>
            <a:p>
              <a:pPr marL="0" indent="0" algn="ctr">
                <a:buNone/>
              </a:pPr>
              <a:r>
                <a:rPr lang="en-US" b="1" dirty="0">
                  <a:solidFill>
                    <a:srgbClr val="7A6A60"/>
                  </a:solidFill>
                  <a:latin typeface="Arial" pitchFamily="34" charset="0"/>
                  <a:ea typeface="Arial" pitchFamily="34" charset="-122"/>
                  <a:cs typeface="Arial" pitchFamily="34" charset="-120"/>
                </a:rPr>
                <a:t>Dạng 2</a:t>
              </a:r>
              <a:endParaRPr lang="en-US" dirty="0"/>
            </a:p>
          </p:txBody>
        </p:sp>
        <p:sp>
          <p:nvSpPr>
            <p:cNvPr id="16" name="Text 11"/>
            <p:cNvSpPr/>
            <p:nvPr/>
          </p:nvSpPr>
          <p:spPr>
            <a:xfrm>
              <a:off x="4368698" y="3218688"/>
              <a:ext cx="3454298" cy="457200"/>
            </a:xfrm>
            <a:prstGeom prst="rect">
              <a:avLst/>
            </a:prstGeom>
            <a:noFill/>
            <a:ln/>
          </p:spPr>
          <p:txBody>
            <a:bodyPr wrap="square" rtlCol="0" anchor="ctr"/>
            <a:lstStyle/>
            <a:p>
              <a:pPr marL="0" indent="0" algn="ctr">
                <a:buNone/>
              </a:pPr>
              <a:r>
                <a:rPr lang="en-US" sz="1800" b="1" dirty="0">
                  <a:solidFill>
                    <a:srgbClr val="8B1212"/>
                  </a:solidFill>
                  <a:latin typeface="Cambria" pitchFamily="34" charset="0"/>
                  <a:ea typeface="Cambria" pitchFamily="34" charset="-122"/>
                  <a:cs typeface="Cambria" pitchFamily="34" charset="-120"/>
                </a:rPr>
                <a:t>Năm nào?</a:t>
              </a:r>
              <a:endParaRPr lang="en-US" sz="1800" dirty="0"/>
            </a:p>
          </p:txBody>
        </p:sp>
        <p:sp>
          <p:nvSpPr>
            <p:cNvPr id="17" name="Text 12"/>
            <p:cNvSpPr/>
            <p:nvPr/>
          </p:nvSpPr>
          <p:spPr>
            <a:xfrm>
              <a:off x="4551578" y="3703320"/>
              <a:ext cx="3088538" cy="54864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4 đáp án năm, chọn năm xảy ra sự kiện</a:t>
              </a:r>
              <a:endParaRPr lang="en-US" sz="1600" dirty="0"/>
            </a:p>
          </p:txBody>
        </p:sp>
        <p:sp>
          <p:nvSpPr>
            <p:cNvPr id="18" name="Shape 13"/>
            <p:cNvSpPr/>
            <p:nvPr/>
          </p:nvSpPr>
          <p:spPr>
            <a:xfrm>
              <a:off x="8188757" y="1719072"/>
              <a:ext cx="3454298" cy="2578608"/>
            </a:xfrm>
            <a:prstGeom prst="roundRect">
              <a:avLst>
                <a:gd name="adj" fmla="val 3333"/>
              </a:avLst>
            </a:prstGeom>
            <a:solidFill>
              <a:srgbClr val="FFFFFF"/>
            </a:solidFill>
            <a:ln/>
            <a:effectLst>
              <a:outerShdw blurRad="101600" dist="38100" dir="5400000" algn="bl" rotWithShape="0">
                <a:srgbClr val="000000">
                  <a:alpha val="18000"/>
                </a:srgbClr>
              </a:outerShdw>
            </a:effectLst>
          </p:spPr>
        </p:sp>
        <p:sp>
          <p:nvSpPr>
            <p:cNvPr id="19" name="Shape 14"/>
            <p:cNvSpPr/>
            <p:nvPr/>
          </p:nvSpPr>
          <p:spPr>
            <a:xfrm>
              <a:off x="9458706" y="1920240"/>
              <a:ext cx="914400" cy="914400"/>
            </a:xfrm>
            <a:prstGeom prst="ellipse">
              <a:avLst/>
            </a:prstGeom>
            <a:solidFill>
              <a:srgbClr val="EFD9D9"/>
            </a:solidFill>
            <a:ln/>
            <a:effectLst>
              <a:outerShdw blurRad="76200" dist="25400" dir="5400000" algn="bl" rotWithShape="0">
                <a:srgbClr val="000000">
                  <a:alpha val="16000"/>
                </a:srgbClr>
              </a:outerShdw>
            </a:effectLst>
          </p:spPr>
        </p:sp>
        <p:pic>
          <p:nvPicPr>
            <p:cNvPr id="20" name="Image 3" descr="preencoded.png"/>
            <p:cNvPicPr>
              <a:picLocks noChangeAspect="1"/>
            </p:cNvPicPr>
            <p:nvPr/>
          </p:nvPicPr>
          <p:blipFill>
            <a:blip r:embed="rId5"/>
            <a:stretch>
              <a:fillRect/>
            </a:stretch>
          </p:blipFill>
          <p:spPr>
            <a:xfrm>
              <a:off x="9687306" y="2148840"/>
              <a:ext cx="457200" cy="457200"/>
            </a:xfrm>
            <a:prstGeom prst="rect">
              <a:avLst/>
            </a:prstGeom>
          </p:spPr>
        </p:pic>
        <p:sp>
          <p:nvSpPr>
            <p:cNvPr id="21" name="Text 15"/>
            <p:cNvSpPr/>
            <p:nvPr/>
          </p:nvSpPr>
          <p:spPr>
            <a:xfrm>
              <a:off x="8188757" y="2926080"/>
              <a:ext cx="3454298" cy="320040"/>
            </a:xfrm>
            <a:prstGeom prst="rect">
              <a:avLst/>
            </a:prstGeom>
            <a:noFill/>
            <a:ln/>
          </p:spPr>
          <p:txBody>
            <a:bodyPr wrap="square" rtlCol="0" anchor="ctr"/>
            <a:lstStyle/>
            <a:p>
              <a:pPr marL="0" indent="0" algn="ctr">
                <a:buNone/>
              </a:pPr>
              <a:r>
                <a:rPr lang="en-US" b="1" dirty="0">
                  <a:solidFill>
                    <a:srgbClr val="7A6A60"/>
                  </a:solidFill>
                  <a:latin typeface="Arial" pitchFamily="34" charset="0"/>
                  <a:ea typeface="Arial" pitchFamily="34" charset="-122"/>
                  <a:cs typeface="Arial" pitchFamily="34" charset="-120"/>
                </a:rPr>
                <a:t>Dạng 3</a:t>
              </a:r>
              <a:endParaRPr lang="en-US" dirty="0"/>
            </a:p>
          </p:txBody>
        </p:sp>
        <p:sp>
          <p:nvSpPr>
            <p:cNvPr id="22" name="Text 16"/>
            <p:cNvSpPr/>
            <p:nvPr/>
          </p:nvSpPr>
          <p:spPr>
            <a:xfrm>
              <a:off x="8188757" y="3218688"/>
              <a:ext cx="3454298" cy="457200"/>
            </a:xfrm>
            <a:prstGeom prst="rect">
              <a:avLst/>
            </a:prstGeom>
            <a:noFill/>
            <a:ln/>
          </p:spPr>
          <p:txBody>
            <a:bodyPr wrap="square" rtlCol="0" anchor="ctr"/>
            <a:lstStyle/>
            <a:p>
              <a:pPr marL="0" indent="0" algn="ctr">
                <a:buNone/>
              </a:pPr>
              <a:r>
                <a:rPr lang="en-US" b="1" dirty="0">
                  <a:solidFill>
                    <a:srgbClr val="8B1212"/>
                  </a:solidFill>
                  <a:latin typeface="Cambria" pitchFamily="34" charset="0"/>
                  <a:ea typeface="Cambria" pitchFamily="34" charset="-122"/>
                  <a:cs typeface="Cambria" pitchFamily="34" charset="-120"/>
                </a:rPr>
                <a:t>Sự kiện gì?</a:t>
              </a:r>
              <a:endParaRPr lang="en-US" dirty="0"/>
            </a:p>
          </p:txBody>
        </p:sp>
        <p:sp>
          <p:nvSpPr>
            <p:cNvPr id="23" name="Text 17"/>
            <p:cNvSpPr/>
            <p:nvPr/>
          </p:nvSpPr>
          <p:spPr>
            <a:xfrm>
              <a:off x="8371637" y="3703320"/>
              <a:ext cx="3088538" cy="548640"/>
            </a:xfrm>
            <a:prstGeom prst="rect">
              <a:avLst/>
            </a:prstGeom>
            <a:noFill/>
            <a:ln/>
          </p:spPr>
          <p:txBody>
            <a:bodyPr wrap="square" rtlCol="0" anchor="t"/>
            <a:lstStyle/>
            <a:p>
              <a:pPr marL="0" indent="0" algn="ctr">
                <a:buNone/>
              </a:pPr>
              <a:r>
                <a:rPr lang="en-US" sz="1600" dirty="0">
                  <a:solidFill>
                    <a:srgbClr val="2A1A1A"/>
                  </a:solidFill>
                  <a:latin typeface="Arial" pitchFamily="34" charset="0"/>
                  <a:ea typeface="Arial" pitchFamily="34" charset="-122"/>
                  <a:cs typeface="Arial" pitchFamily="34" charset="-120"/>
                </a:rPr>
                <a:t>4 đáp án sự kiện, chọn sự kiện đúng</a:t>
              </a:r>
              <a:endParaRPr lang="en-US" sz="1600" dirty="0"/>
            </a:p>
          </p:txBody>
        </p:sp>
        <p:sp>
          <p:nvSpPr>
            <p:cNvPr id="24" name="Shape 18"/>
            <p:cNvSpPr/>
            <p:nvPr/>
          </p:nvSpPr>
          <p:spPr>
            <a:xfrm>
              <a:off x="548640" y="4465320"/>
              <a:ext cx="11094415" cy="1554480"/>
            </a:xfrm>
            <a:prstGeom prst="roundRect">
              <a:avLst>
                <a:gd name="adj" fmla="val 5882"/>
              </a:avLst>
            </a:prstGeom>
            <a:solidFill>
              <a:srgbClr val="FFFFFF"/>
            </a:solidFill>
            <a:ln/>
            <a:effectLst>
              <a:outerShdw blurRad="76200" dist="25400" dir="5400000" algn="bl" rotWithShape="0">
                <a:srgbClr val="000000">
                  <a:alpha val="18000"/>
                </a:srgbClr>
              </a:outerShdw>
            </a:effectLst>
          </p:spPr>
        </p:sp>
        <p:sp>
          <p:nvSpPr>
            <p:cNvPr id="25" name="Text 19"/>
            <p:cNvSpPr/>
            <p:nvPr/>
          </p:nvSpPr>
          <p:spPr>
            <a:xfrm>
              <a:off x="822960" y="4602480"/>
              <a:ext cx="7315200" cy="365760"/>
            </a:xfrm>
            <a:prstGeom prst="rect">
              <a:avLst/>
            </a:prstGeom>
            <a:noFill/>
            <a:ln/>
          </p:spPr>
          <p:txBody>
            <a:bodyPr wrap="square" rtlCol="0" anchor="ctr"/>
            <a:lstStyle/>
            <a:p>
              <a:pPr marL="0" indent="0">
                <a:buNone/>
              </a:pPr>
              <a:r>
                <a:rPr lang="en-US" sz="1500" b="1" dirty="0">
                  <a:solidFill>
                    <a:srgbClr val="8B1212"/>
                  </a:solidFill>
                  <a:latin typeface="Cambria" pitchFamily="34" charset="0"/>
                  <a:ea typeface="Cambria" pitchFamily="34" charset="-122"/>
                  <a:cs typeface="Cambria" pitchFamily="34" charset="-120"/>
                </a:rPr>
                <a:t>Xếp loại sau 10 câu (thang 100 điểm)</a:t>
              </a:r>
              <a:endParaRPr lang="en-US" sz="1500" dirty="0"/>
            </a:p>
          </p:txBody>
        </p:sp>
        <p:sp>
          <p:nvSpPr>
            <p:cNvPr id="26" name="Shape 20"/>
            <p:cNvSpPr/>
            <p:nvPr/>
          </p:nvSpPr>
          <p:spPr>
            <a:xfrm>
              <a:off x="822960" y="5059680"/>
              <a:ext cx="2430704" cy="777240"/>
            </a:xfrm>
            <a:prstGeom prst="roundRect">
              <a:avLst>
                <a:gd name="adj" fmla="val 9412"/>
              </a:avLst>
            </a:prstGeom>
            <a:solidFill>
              <a:srgbClr val="F7EFE4"/>
            </a:solidFill>
            <a:ln/>
          </p:spPr>
        </p:sp>
        <p:sp>
          <p:nvSpPr>
            <p:cNvPr id="27" name="Text 21"/>
            <p:cNvSpPr/>
            <p:nvPr/>
          </p:nvSpPr>
          <p:spPr>
            <a:xfrm>
              <a:off x="822960" y="5132832"/>
              <a:ext cx="2430704" cy="365760"/>
            </a:xfrm>
            <a:prstGeom prst="rect">
              <a:avLst/>
            </a:prstGeom>
            <a:noFill/>
            <a:ln/>
          </p:spPr>
          <p:txBody>
            <a:bodyPr wrap="square" rtlCol="0" anchor="ctr"/>
            <a:lstStyle/>
            <a:p>
              <a:pPr marL="0" indent="0" algn="ctr">
                <a:buNone/>
              </a:pPr>
              <a:r>
                <a:rPr lang="en-US" sz="1400" b="1" dirty="0">
                  <a:solidFill>
                    <a:srgbClr val="8B1212"/>
                  </a:solidFill>
                  <a:latin typeface="Arial" pitchFamily="34" charset="0"/>
                  <a:ea typeface="Arial" pitchFamily="34" charset="-122"/>
                  <a:cs typeface="Arial" pitchFamily="34" charset="-120"/>
                </a:rPr>
                <a:t>🏆 90–100</a:t>
              </a:r>
              <a:endParaRPr lang="en-US" sz="1400" dirty="0"/>
            </a:p>
          </p:txBody>
        </p:sp>
        <p:sp>
          <p:nvSpPr>
            <p:cNvPr id="28" name="Text 22"/>
            <p:cNvSpPr/>
            <p:nvPr/>
          </p:nvSpPr>
          <p:spPr>
            <a:xfrm>
              <a:off x="822960" y="5480304"/>
              <a:ext cx="2430704" cy="292608"/>
            </a:xfrm>
            <a:prstGeom prst="rect">
              <a:avLst/>
            </a:prstGeom>
            <a:noFill/>
            <a:ln/>
          </p:spPr>
          <p:txBody>
            <a:bodyPr wrap="square" rtlCol="0" anchor="ctr"/>
            <a:lstStyle/>
            <a:p>
              <a:pPr marL="0" indent="0" algn="ctr">
                <a:buNone/>
              </a:pPr>
              <a:r>
                <a:rPr lang="en-US" sz="1200" dirty="0">
                  <a:solidFill>
                    <a:srgbClr val="2A1A1A"/>
                  </a:solidFill>
                  <a:latin typeface="Arial" pitchFamily="34" charset="0"/>
                  <a:ea typeface="Arial" pitchFamily="34" charset="-122"/>
                  <a:cs typeface="Arial" pitchFamily="34" charset="-120"/>
                </a:rPr>
                <a:t>Xuất sắc</a:t>
              </a:r>
              <a:endParaRPr lang="en-US" sz="1200" dirty="0"/>
            </a:p>
          </p:txBody>
        </p:sp>
        <p:sp>
          <p:nvSpPr>
            <p:cNvPr id="29" name="Shape 23"/>
            <p:cNvSpPr/>
            <p:nvPr/>
          </p:nvSpPr>
          <p:spPr>
            <a:xfrm>
              <a:off x="3527984" y="5059680"/>
              <a:ext cx="2430704" cy="777240"/>
            </a:xfrm>
            <a:prstGeom prst="roundRect">
              <a:avLst>
                <a:gd name="adj" fmla="val 9412"/>
              </a:avLst>
            </a:prstGeom>
            <a:solidFill>
              <a:srgbClr val="F7EFE4"/>
            </a:solidFill>
            <a:ln/>
          </p:spPr>
        </p:sp>
        <p:sp>
          <p:nvSpPr>
            <p:cNvPr id="30" name="Text 24"/>
            <p:cNvSpPr/>
            <p:nvPr/>
          </p:nvSpPr>
          <p:spPr>
            <a:xfrm>
              <a:off x="3527984" y="5132832"/>
              <a:ext cx="2430704" cy="365760"/>
            </a:xfrm>
            <a:prstGeom prst="rect">
              <a:avLst/>
            </a:prstGeom>
            <a:noFill/>
            <a:ln/>
          </p:spPr>
          <p:txBody>
            <a:bodyPr wrap="square" rtlCol="0" anchor="ctr"/>
            <a:lstStyle/>
            <a:p>
              <a:pPr marL="0" indent="0" algn="ctr">
                <a:buNone/>
              </a:pPr>
              <a:r>
                <a:rPr lang="en-US" sz="1400" b="1" dirty="0">
                  <a:solidFill>
                    <a:srgbClr val="8B1212"/>
                  </a:solidFill>
                  <a:latin typeface="Arial" pitchFamily="34" charset="0"/>
                  <a:ea typeface="Arial" pitchFamily="34" charset="-122"/>
                  <a:cs typeface="Arial" pitchFamily="34" charset="-120"/>
                </a:rPr>
                <a:t>⭐ 70–80</a:t>
              </a:r>
              <a:endParaRPr lang="en-US" sz="1400" dirty="0"/>
            </a:p>
          </p:txBody>
        </p:sp>
        <p:sp>
          <p:nvSpPr>
            <p:cNvPr id="31" name="Text 25"/>
            <p:cNvSpPr/>
            <p:nvPr/>
          </p:nvSpPr>
          <p:spPr>
            <a:xfrm>
              <a:off x="3527984" y="5480304"/>
              <a:ext cx="2430704" cy="292608"/>
            </a:xfrm>
            <a:prstGeom prst="rect">
              <a:avLst/>
            </a:prstGeom>
            <a:noFill/>
            <a:ln/>
          </p:spPr>
          <p:txBody>
            <a:bodyPr wrap="square" rtlCol="0" anchor="ctr"/>
            <a:lstStyle/>
            <a:p>
              <a:pPr marL="0" indent="0" algn="ctr">
                <a:buNone/>
              </a:pPr>
              <a:r>
                <a:rPr lang="en-US" sz="1200" dirty="0">
                  <a:solidFill>
                    <a:srgbClr val="2A1A1A"/>
                  </a:solidFill>
                  <a:latin typeface="Arial" pitchFamily="34" charset="0"/>
                  <a:ea typeface="Arial" pitchFamily="34" charset="-122"/>
                  <a:cs typeface="Arial" pitchFamily="34" charset="-120"/>
                </a:rPr>
                <a:t>Giỏi</a:t>
              </a:r>
              <a:endParaRPr lang="en-US" sz="1200" dirty="0"/>
            </a:p>
          </p:txBody>
        </p:sp>
        <p:sp>
          <p:nvSpPr>
            <p:cNvPr id="32" name="Shape 26"/>
            <p:cNvSpPr/>
            <p:nvPr/>
          </p:nvSpPr>
          <p:spPr>
            <a:xfrm>
              <a:off x="6233008" y="5059680"/>
              <a:ext cx="2430704" cy="777240"/>
            </a:xfrm>
            <a:prstGeom prst="roundRect">
              <a:avLst>
                <a:gd name="adj" fmla="val 9412"/>
              </a:avLst>
            </a:prstGeom>
            <a:solidFill>
              <a:srgbClr val="F7EFE4"/>
            </a:solidFill>
            <a:ln/>
          </p:spPr>
        </p:sp>
        <p:sp>
          <p:nvSpPr>
            <p:cNvPr id="33" name="Text 27"/>
            <p:cNvSpPr/>
            <p:nvPr/>
          </p:nvSpPr>
          <p:spPr>
            <a:xfrm>
              <a:off x="6233008" y="5132832"/>
              <a:ext cx="2430704" cy="365760"/>
            </a:xfrm>
            <a:prstGeom prst="rect">
              <a:avLst/>
            </a:prstGeom>
            <a:noFill/>
            <a:ln/>
          </p:spPr>
          <p:txBody>
            <a:bodyPr wrap="square" rtlCol="0" anchor="ctr"/>
            <a:lstStyle/>
            <a:p>
              <a:pPr marL="0" indent="0" algn="ctr">
                <a:buNone/>
              </a:pPr>
              <a:r>
                <a:rPr lang="en-US" sz="1400" b="1" dirty="0">
                  <a:solidFill>
                    <a:srgbClr val="8B1212"/>
                  </a:solidFill>
                  <a:latin typeface="Arial" pitchFamily="34" charset="0"/>
                  <a:ea typeface="Arial" pitchFamily="34" charset="-122"/>
                  <a:cs typeface="Arial" pitchFamily="34" charset="-120"/>
                </a:rPr>
                <a:t>👍 50–60</a:t>
              </a:r>
              <a:endParaRPr lang="en-US" sz="1400" dirty="0"/>
            </a:p>
          </p:txBody>
        </p:sp>
        <p:sp>
          <p:nvSpPr>
            <p:cNvPr id="34" name="Text 28"/>
            <p:cNvSpPr/>
            <p:nvPr/>
          </p:nvSpPr>
          <p:spPr>
            <a:xfrm>
              <a:off x="6233008" y="5480304"/>
              <a:ext cx="2430704" cy="292608"/>
            </a:xfrm>
            <a:prstGeom prst="rect">
              <a:avLst/>
            </a:prstGeom>
            <a:noFill/>
            <a:ln/>
          </p:spPr>
          <p:txBody>
            <a:bodyPr wrap="square" rtlCol="0" anchor="ctr"/>
            <a:lstStyle/>
            <a:p>
              <a:pPr marL="0" indent="0" algn="ctr">
                <a:buNone/>
              </a:pPr>
              <a:r>
                <a:rPr lang="en-US" sz="1200" dirty="0">
                  <a:solidFill>
                    <a:srgbClr val="2A1A1A"/>
                  </a:solidFill>
                  <a:latin typeface="Arial" pitchFamily="34" charset="0"/>
                  <a:ea typeface="Arial" pitchFamily="34" charset="-122"/>
                  <a:cs typeface="Arial" pitchFamily="34" charset="-120"/>
                </a:rPr>
                <a:t>Khá</a:t>
              </a:r>
              <a:endParaRPr lang="en-US" sz="1200" dirty="0"/>
            </a:p>
          </p:txBody>
        </p:sp>
        <p:sp>
          <p:nvSpPr>
            <p:cNvPr id="35" name="Shape 29"/>
            <p:cNvSpPr/>
            <p:nvPr/>
          </p:nvSpPr>
          <p:spPr>
            <a:xfrm>
              <a:off x="8938031" y="5059680"/>
              <a:ext cx="2430704" cy="777240"/>
            </a:xfrm>
            <a:prstGeom prst="roundRect">
              <a:avLst>
                <a:gd name="adj" fmla="val 9412"/>
              </a:avLst>
            </a:prstGeom>
            <a:solidFill>
              <a:srgbClr val="F7EFE4"/>
            </a:solidFill>
            <a:ln/>
          </p:spPr>
        </p:sp>
        <p:sp>
          <p:nvSpPr>
            <p:cNvPr id="36" name="Text 30"/>
            <p:cNvSpPr/>
            <p:nvPr/>
          </p:nvSpPr>
          <p:spPr>
            <a:xfrm>
              <a:off x="8938031" y="5132832"/>
              <a:ext cx="2430704" cy="365760"/>
            </a:xfrm>
            <a:prstGeom prst="rect">
              <a:avLst/>
            </a:prstGeom>
            <a:noFill/>
            <a:ln/>
          </p:spPr>
          <p:txBody>
            <a:bodyPr wrap="square" rtlCol="0" anchor="ctr"/>
            <a:lstStyle/>
            <a:p>
              <a:pPr marL="0" indent="0" algn="ctr">
                <a:buNone/>
              </a:pPr>
              <a:r>
                <a:rPr lang="en-US" sz="1400" b="1" dirty="0">
                  <a:solidFill>
                    <a:srgbClr val="8B1212"/>
                  </a:solidFill>
                  <a:latin typeface="Arial" pitchFamily="34" charset="0"/>
                  <a:ea typeface="Arial" pitchFamily="34" charset="-122"/>
                  <a:cs typeface="Arial" pitchFamily="34" charset="-120"/>
                </a:rPr>
                <a:t>📚 0–40</a:t>
              </a:r>
              <a:endParaRPr lang="en-US" sz="1400" dirty="0"/>
            </a:p>
          </p:txBody>
        </p:sp>
        <p:sp>
          <p:nvSpPr>
            <p:cNvPr id="37" name="Text 31"/>
            <p:cNvSpPr/>
            <p:nvPr/>
          </p:nvSpPr>
          <p:spPr>
            <a:xfrm>
              <a:off x="8938031" y="5480304"/>
              <a:ext cx="2430704" cy="292608"/>
            </a:xfrm>
            <a:prstGeom prst="rect">
              <a:avLst/>
            </a:prstGeom>
            <a:noFill/>
            <a:ln/>
          </p:spPr>
          <p:txBody>
            <a:bodyPr wrap="square" rtlCol="0" anchor="ctr"/>
            <a:lstStyle/>
            <a:p>
              <a:pPr marL="0" indent="0" algn="ctr">
                <a:buNone/>
              </a:pPr>
              <a:r>
                <a:rPr lang="en-US" sz="1200" dirty="0">
                  <a:solidFill>
                    <a:srgbClr val="2A1A1A"/>
                  </a:solidFill>
                  <a:latin typeface="Arial" pitchFamily="34" charset="0"/>
                  <a:ea typeface="Arial" pitchFamily="34" charset="-122"/>
                  <a:cs typeface="Arial" pitchFamily="34" charset="-120"/>
                </a:rPr>
                <a:t>Cố gắng</a:t>
              </a:r>
              <a:endParaRPr lang="en-US" sz="1200" dirty="0"/>
            </a:p>
          </p:txBody>
        </p:sp>
      </p:grpSp>
      <p:sp>
        <p:nvSpPr>
          <p:cNvPr id="41" name="Text 7">
            <a:extLst>
              <a:ext uri="{FF2B5EF4-FFF2-40B4-BE49-F238E27FC236}">
                <a16:creationId xmlns:a16="http://schemas.microsoft.com/office/drawing/2014/main" id="{2707560C-429D-757E-DFCC-79DC8552C59E}"/>
              </a:ext>
            </a:extLst>
          </p:cNvPr>
          <p:cNvSpPr/>
          <p:nvPr/>
        </p:nvSpPr>
        <p:spPr>
          <a:xfrm>
            <a:off x="1082040" y="1746886"/>
            <a:ext cx="3840480" cy="457200"/>
          </a:xfrm>
          <a:prstGeom prst="rect">
            <a:avLst/>
          </a:prstGeom>
          <a:noFill/>
          <a:ln/>
        </p:spPr>
        <p:txBody>
          <a:bodyPr wrap="square" rtlCol="0" anchor="ctr"/>
          <a:lstStyle/>
          <a:p>
            <a:pPr marL="0" indent="0">
              <a:buNone/>
            </a:pPr>
            <a:r>
              <a:rPr lang="en-US" sz="2200" b="1">
                <a:solidFill>
                  <a:srgbClr val="8B1212"/>
                </a:solidFill>
                <a:latin typeface="Cambria" pitchFamily="34" charset="0"/>
                <a:ea typeface="Cambria" pitchFamily="34" charset="-122"/>
                <a:cs typeface="Cambria" pitchFamily="34" charset="-120"/>
              </a:rPr>
              <a:t>Chế độ Hỏi đáp</a:t>
            </a:r>
          </a:p>
        </p:txBody>
      </p:sp>
      <p:sp>
        <p:nvSpPr>
          <p:cNvPr id="42" name="Text 2">
            <a:extLst>
              <a:ext uri="{FF2B5EF4-FFF2-40B4-BE49-F238E27FC236}">
                <a16:creationId xmlns:a16="http://schemas.microsoft.com/office/drawing/2014/main" id="{92F1F459-1534-450B-4485-BA805B2CE1A3}"/>
              </a:ext>
            </a:extLst>
          </p:cNvPr>
          <p:cNvSpPr/>
          <p:nvPr/>
        </p:nvSpPr>
        <p:spPr>
          <a:xfrm>
            <a:off x="3561309" y="1862013"/>
            <a:ext cx="4836668" cy="277876"/>
          </a:xfrm>
          <a:prstGeom prst="rect">
            <a:avLst/>
          </a:prstGeom>
          <a:noFill/>
          <a:ln/>
        </p:spPr>
        <p:txBody>
          <a:bodyPr wrap="square" rtlCol="0" anchor="ctr"/>
          <a:lstStyle/>
          <a:p>
            <a:pPr marL="0" indent="0">
              <a:buNone/>
            </a:pPr>
            <a:r>
              <a:rPr lang="en-US" sz="1500" i="1">
                <a:solidFill>
                  <a:srgbClr val="7A6A60"/>
                </a:solidFill>
                <a:latin typeface="Arial" pitchFamily="34" charset="0"/>
                <a:ea typeface="Arial" pitchFamily="34" charset="-122"/>
                <a:cs typeface="Arial" pitchFamily="34" charset="-120"/>
              </a:rPr>
              <a:t>Câu sinh động từ dữ liệu</a:t>
            </a:r>
            <a:endParaRPr lang="en-US" sz="1500" dirty="0"/>
          </a:p>
        </p:txBody>
      </p:sp>
      <p:cxnSp>
        <p:nvCxnSpPr>
          <p:cNvPr id="45" name="Straight Connector 44">
            <a:extLst>
              <a:ext uri="{FF2B5EF4-FFF2-40B4-BE49-F238E27FC236}">
                <a16:creationId xmlns:a16="http://schemas.microsoft.com/office/drawing/2014/main" id="{39A8CBE1-CB7C-D2BB-77E1-90D0726C7465}"/>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
        <p:nvSpPr>
          <p:cNvPr id="46" name="Text 0">
            <a:extLst>
              <a:ext uri="{FF2B5EF4-FFF2-40B4-BE49-F238E27FC236}">
                <a16:creationId xmlns:a16="http://schemas.microsoft.com/office/drawing/2014/main" id="{625FF23B-F06A-A0AB-BB8F-8E533C88C6C3}"/>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2. Tổng quan về sản phẩm</a:t>
            </a:r>
            <a:endParaRPr lang="en-US" sz="3000" dirty="0"/>
          </a:p>
        </p:txBody>
      </p:sp>
      <p:sp>
        <p:nvSpPr>
          <p:cNvPr id="47" name="TextBox 46">
            <a:extLst>
              <a:ext uri="{FF2B5EF4-FFF2-40B4-BE49-F238E27FC236}">
                <a16:creationId xmlns:a16="http://schemas.microsoft.com/office/drawing/2014/main" id="{5EE966E1-9226-39FF-A06F-A61CD745A06C}"/>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giao diện, năm trải nghiệm</a:t>
            </a:r>
            <a:endParaRPr lang="en-US" b="1">
              <a:solidFill>
                <a:schemeClr val="tx1">
                  <a:lumMod val="75000"/>
                  <a:lumOff val="25000"/>
                </a:schemeClr>
              </a:solidFill>
            </a:endParaRP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BF6EE"/>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3. Công nghệ sử dụng</a:t>
            </a:r>
          </a:p>
        </p:txBody>
      </p:sp>
      <p:cxnSp>
        <p:nvCxnSpPr>
          <p:cNvPr id="3" name="Straight Connector 2">
            <a:extLst>
              <a:ext uri="{FF2B5EF4-FFF2-40B4-BE49-F238E27FC236}">
                <a16:creationId xmlns:a16="http://schemas.microsoft.com/office/drawing/2014/main" id="{6307CBE2-FAFF-C745-FE2D-583DAA701B55}"/>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EC45C630-C631-1735-B40B-252870BD476F}"/>
              </a:ext>
            </a:extLst>
          </p:cNvPr>
          <p:cNvGrpSpPr/>
          <p:nvPr/>
        </p:nvGrpSpPr>
        <p:grpSpPr>
          <a:xfrm>
            <a:off x="548640" y="1508760"/>
            <a:ext cx="11094415" cy="4480560"/>
            <a:chOff x="548640" y="1508760"/>
            <a:chExt cx="11094415" cy="4480560"/>
          </a:xfrm>
        </p:grpSpPr>
        <p:sp>
          <p:nvSpPr>
            <p:cNvPr id="5" name="Shape 1">
              <a:extLst>
                <a:ext uri="{FF2B5EF4-FFF2-40B4-BE49-F238E27FC236}">
                  <a16:creationId xmlns:a16="http://schemas.microsoft.com/office/drawing/2014/main" id="{C91AFBE8-FD79-8439-A160-8A56F76C4FA9}"/>
                </a:ext>
              </a:extLst>
            </p:cNvPr>
            <p:cNvSpPr/>
            <p:nvPr/>
          </p:nvSpPr>
          <p:spPr>
            <a:xfrm>
              <a:off x="548640" y="1508760"/>
              <a:ext cx="3454298" cy="2057400"/>
            </a:xfrm>
            <a:prstGeom prst="roundRect">
              <a:avLst>
                <a:gd name="adj" fmla="val 4444"/>
              </a:avLst>
            </a:prstGeom>
            <a:solidFill>
              <a:srgbClr val="FFFFFF"/>
            </a:solidFill>
            <a:ln/>
            <a:effectLst>
              <a:outerShdw blurRad="101600" dist="38100" dir="5400000" algn="bl" rotWithShape="0">
                <a:srgbClr val="000000">
                  <a:alpha val="18000"/>
                </a:srgbClr>
              </a:outerShdw>
            </a:effectLst>
          </p:spPr>
        </p:sp>
        <p:sp>
          <p:nvSpPr>
            <p:cNvPr id="6" name="Shape 2">
              <a:extLst>
                <a:ext uri="{FF2B5EF4-FFF2-40B4-BE49-F238E27FC236}">
                  <a16:creationId xmlns:a16="http://schemas.microsoft.com/office/drawing/2014/main" id="{6983BDD0-3D38-5781-46EB-C0FB5B41AACB}"/>
                </a:ext>
              </a:extLst>
            </p:cNvPr>
            <p:cNvSpPr/>
            <p:nvPr/>
          </p:nvSpPr>
          <p:spPr>
            <a:xfrm>
              <a:off x="868680" y="1856232"/>
              <a:ext cx="777240" cy="777240"/>
            </a:xfrm>
            <a:prstGeom prst="ellipse">
              <a:avLst/>
            </a:prstGeom>
            <a:solidFill>
              <a:srgbClr val="8B1212"/>
            </a:solidFill>
            <a:ln/>
            <a:effectLst>
              <a:outerShdw blurRad="76200" dist="25400" dir="5400000" algn="bl" rotWithShape="0">
                <a:srgbClr val="000000">
                  <a:alpha val="16000"/>
                </a:srgbClr>
              </a:outerShdw>
            </a:effectLst>
          </p:spPr>
        </p:sp>
        <p:pic>
          <p:nvPicPr>
            <p:cNvPr id="7" name="Image 0" descr="preencoded.png">
              <a:extLst>
                <a:ext uri="{FF2B5EF4-FFF2-40B4-BE49-F238E27FC236}">
                  <a16:creationId xmlns:a16="http://schemas.microsoft.com/office/drawing/2014/main" id="{2921D716-4981-3426-02C5-F7A61F6A3FBC}"/>
                </a:ext>
              </a:extLst>
            </p:cNvPr>
            <p:cNvPicPr>
              <a:picLocks noChangeAspect="1"/>
            </p:cNvPicPr>
            <p:nvPr/>
          </p:nvPicPr>
          <p:blipFill>
            <a:blip r:embed="rId3"/>
            <a:stretch>
              <a:fillRect/>
            </a:stretch>
          </p:blipFill>
          <p:spPr>
            <a:xfrm>
              <a:off x="1062990" y="2050542"/>
              <a:ext cx="388620" cy="388620"/>
            </a:xfrm>
            <a:prstGeom prst="rect">
              <a:avLst/>
            </a:prstGeom>
          </p:spPr>
        </p:pic>
        <p:sp>
          <p:nvSpPr>
            <p:cNvPr id="8" name="Text 3">
              <a:extLst>
                <a:ext uri="{FF2B5EF4-FFF2-40B4-BE49-F238E27FC236}">
                  <a16:creationId xmlns:a16="http://schemas.microsoft.com/office/drawing/2014/main" id="{9B19C254-BF70-54A9-CB08-4B4F7DDC807E}"/>
                </a:ext>
              </a:extLst>
            </p:cNvPr>
            <p:cNvSpPr/>
            <p:nvPr/>
          </p:nvSpPr>
          <p:spPr>
            <a:xfrm>
              <a:off x="1783080" y="1965960"/>
              <a:ext cx="2082698" cy="64008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HTML5 · CSS3 · JS</a:t>
              </a:r>
              <a:endParaRPr lang="en-US" dirty="0"/>
            </a:p>
          </p:txBody>
        </p:sp>
        <p:sp>
          <p:nvSpPr>
            <p:cNvPr id="9" name="Text 4">
              <a:extLst>
                <a:ext uri="{FF2B5EF4-FFF2-40B4-BE49-F238E27FC236}">
                  <a16:creationId xmlns:a16="http://schemas.microsoft.com/office/drawing/2014/main" id="{D48A1818-31AE-6E8D-2F49-D0E2F2FA12E8}"/>
                </a:ext>
              </a:extLst>
            </p:cNvPr>
            <p:cNvSpPr/>
            <p:nvPr/>
          </p:nvSpPr>
          <p:spPr>
            <a:xfrm>
              <a:off x="868680" y="2743200"/>
              <a:ext cx="2814218" cy="731520"/>
            </a:xfrm>
            <a:prstGeom prst="rect">
              <a:avLst/>
            </a:prstGeom>
            <a:noFill/>
            <a:ln/>
          </p:spPr>
          <p:txBody>
            <a:bodyPr wrap="square" rtlCol="0" anchor="t"/>
            <a:lstStyle/>
            <a:p>
              <a:pPr marL="0" indent="0">
                <a:buNone/>
              </a:pPr>
              <a:r>
                <a:rPr lang="en-US" sz="1600" dirty="0">
                  <a:solidFill>
                    <a:srgbClr val="2A1A1A"/>
                  </a:solidFill>
                  <a:latin typeface="Arial" pitchFamily="34" charset="0"/>
                  <a:ea typeface="Arial" pitchFamily="34" charset="-122"/>
                  <a:cs typeface="Arial" pitchFamily="34" charset="-120"/>
                </a:rPr>
                <a:t>Vanilla, không framework — tải nhanh, dễ bảo trì</a:t>
              </a:r>
              <a:endParaRPr lang="en-US" sz="1600" dirty="0"/>
            </a:p>
          </p:txBody>
        </p:sp>
        <p:sp>
          <p:nvSpPr>
            <p:cNvPr id="10" name="Shape 5">
              <a:extLst>
                <a:ext uri="{FF2B5EF4-FFF2-40B4-BE49-F238E27FC236}">
                  <a16:creationId xmlns:a16="http://schemas.microsoft.com/office/drawing/2014/main" id="{CA0DFFA6-B6F3-FF57-B6E7-03429D7ED539}"/>
                </a:ext>
              </a:extLst>
            </p:cNvPr>
            <p:cNvSpPr/>
            <p:nvPr/>
          </p:nvSpPr>
          <p:spPr>
            <a:xfrm>
              <a:off x="4368698" y="1508760"/>
              <a:ext cx="3454298" cy="2057400"/>
            </a:xfrm>
            <a:prstGeom prst="roundRect">
              <a:avLst>
                <a:gd name="adj" fmla="val 4444"/>
              </a:avLst>
            </a:prstGeom>
            <a:solidFill>
              <a:srgbClr val="FFFFFF"/>
            </a:solidFill>
            <a:ln/>
            <a:effectLst>
              <a:outerShdw blurRad="101600" dist="38100" dir="5400000" algn="bl" rotWithShape="0">
                <a:srgbClr val="000000">
                  <a:alpha val="18000"/>
                </a:srgbClr>
              </a:outerShdw>
            </a:effectLst>
          </p:spPr>
        </p:sp>
        <p:sp>
          <p:nvSpPr>
            <p:cNvPr id="11" name="Shape 6">
              <a:extLst>
                <a:ext uri="{FF2B5EF4-FFF2-40B4-BE49-F238E27FC236}">
                  <a16:creationId xmlns:a16="http://schemas.microsoft.com/office/drawing/2014/main" id="{EA7DC3CC-11F6-D8CA-1885-3FEB708E4DA2}"/>
                </a:ext>
              </a:extLst>
            </p:cNvPr>
            <p:cNvSpPr/>
            <p:nvPr/>
          </p:nvSpPr>
          <p:spPr>
            <a:xfrm>
              <a:off x="4688738" y="1856232"/>
              <a:ext cx="777240" cy="777240"/>
            </a:xfrm>
            <a:prstGeom prst="ellipse">
              <a:avLst/>
            </a:prstGeom>
            <a:solidFill>
              <a:srgbClr val="8B1212"/>
            </a:solidFill>
            <a:ln/>
            <a:effectLst>
              <a:outerShdw blurRad="76200" dist="25400" dir="5400000" algn="bl" rotWithShape="0">
                <a:srgbClr val="000000">
                  <a:alpha val="16000"/>
                </a:srgbClr>
              </a:outerShdw>
            </a:effectLst>
          </p:spPr>
        </p:sp>
        <p:pic>
          <p:nvPicPr>
            <p:cNvPr id="13" name="Image 1" descr="preencoded.png">
              <a:extLst>
                <a:ext uri="{FF2B5EF4-FFF2-40B4-BE49-F238E27FC236}">
                  <a16:creationId xmlns:a16="http://schemas.microsoft.com/office/drawing/2014/main" id="{AB534CDD-C238-81AE-A6E0-6913BE143E0D}"/>
                </a:ext>
              </a:extLst>
            </p:cNvPr>
            <p:cNvPicPr>
              <a:picLocks noChangeAspect="1"/>
            </p:cNvPicPr>
            <p:nvPr/>
          </p:nvPicPr>
          <p:blipFill>
            <a:blip r:embed="rId4"/>
            <a:stretch>
              <a:fillRect/>
            </a:stretch>
          </p:blipFill>
          <p:spPr>
            <a:xfrm>
              <a:off x="4883048" y="2050542"/>
              <a:ext cx="388620" cy="388620"/>
            </a:xfrm>
            <a:prstGeom prst="rect">
              <a:avLst/>
            </a:prstGeom>
          </p:spPr>
        </p:pic>
        <p:sp>
          <p:nvSpPr>
            <p:cNvPr id="14" name="Text 7">
              <a:extLst>
                <a:ext uri="{FF2B5EF4-FFF2-40B4-BE49-F238E27FC236}">
                  <a16:creationId xmlns:a16="http://schemas.microsoft.com/office/drawing/2014/main" id="{DF7DBE67-5F32-0212-8884-DBE2C3163274}"/>
                </a:ext>
              </a:extLst>
            </p:cNvPr>
            <p:cNvSpPr/>
            <p:nvPr/>
          </p:nvSpPr>
          <p:spPr>
            <a:xfrm>
              <a:off x="5603138" y="1965960"/>
              <a:ext cx="2082698" cy="64008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Leaflet.js 1.9.4</a:t>
              </a:r>
              <a:endParaRPr lang="en-US" dirty="0"/>
            </a:p>
          </p:txBody>
        </p:sp>
        <p:sp>
          <p:nvSpPr>
            <p:cNvPr id="15" name="Text 8">
              <a:extLst>
                <a:ext uri="{FF2B5EF4-FFF2-40B4-BE49-F238E27FC236}">
                  <a16:creationId xmlns:a16="http://schemas.microsoft.com/office/drawing/2014/main" id="{A1E5098C-B577-1218-C057-F6B7DA0D3B72}"/>
                </a:ext>
              </a:extLst>
            </p:cNvPr>
            <p:cNvSpPr/>
            <p:nvPr/>
          </p:nvSpPr>
          <p:spPr>
            <a:xfrm>
              <a:off x="4688738" y="2743200"/>
              <a:ext cx="2814218" cy="731520"/>
            </a:xfrm>
            <a:prstGeom prst="rect">
              <a:avLst/>
            </a:prstGeom>
            <a:noFill/>
            <a:ln/>
          </p:spPr>
          <p:txBody>
            <a:bodyPr wrap="square" rtlCol="0" anchor="t"/>
            <a:lstStyle/>
            <a:p>
              <a:pPr marL="0" indent="0">
                <a:buNone/>
              </a:pPr>
              <a:r>
                <a:rPr lang="en-US" sz="1600" dirty="0">
                  <a:solidFill>
                    <a:srgbClr val="2A1A1A"/>
                  </a:solidFill>
                  <a:latin typeface="Arial" pitchFamily="34" charset="0"/>
                  <a:ea typeface="Arial" pitchFamily="34" charset="-122"/>
                  <a:cs typeface="Arial" pitchFamily="34" charset="-120"/>
                </a:rPr>
                <a:t>Bản đồ tương tác zoom/pan/click qua CDN</a:t>
              </a:r>
              <a:endParaRPr lang="en-US" sz="1600" dirty="0"/>
            </a:p>
          </p:txBody>
        </p:sp>
        <p:sp>
          <p:nvSpPr>
            <p:cNvPr id="16" name="Shape 9">
              <a:extLst>
                <a:ext uri="{FF2B5EF4-FFF2-40B4-BE49-F238E27FC236}">
                  <a16:creationId xmlns:a16="http://schemas.microsoft.com/office/drawing/2014/main" id="{CDA5057D-C97D-EC12-EF10-5DD90477DC08}"/>
                </a:ext>
              </a:extLst>
            </p:cNvPr>
            <p:cNvSpPr/>
            <p:nvPr/>
          </p:nvSpPr>
          <p:spPr>
            <a:xfrm>
              <a:off x="8188757" y="1508760"/>
              <a:ext cx="3454298" cy="2057400"/>
            </a:xfrm>
            <a:prstGeom prst="roundRect">
              <a:avLst>
                <a:gd name="adj" fmla="val 4444"/>
              </a:avLst>
            </a:prstGeom>
            <a:solidFill>
              <a:srgbClr val="FFFFFF"/>
            </a:solidFill>
            <a:ln/>
            <a:effectLst>
              <a:outerShdw blurRad="101600" dist="38100" dir="5400000" algn="bl" rotWithShape="0">
                <a:srgbClr val="000000">
                  <a:alpha val="18000"/>
                </a:srgbClr>
              </a:outerShdw>
            </a:effectLst>
          </p:spPr>
        </p:sp>
        <p:sp>
          <p:nvSpPr>
            <p:cNvPr id="17" name="Shape 10">
              <a:extLst>
                <a:ext uri="{FF2B5EF4-FFF2-40B4-BE49-F238E27FC236}">
                  <a16:creationId xmlns:a16="http://schemas.microsoft.com/office/drawing/2014/main" id="{D1AA0655-7968-4E30-1D96-E8B97699A138}"/>
                </a:ext>
              </a:extLst>
            </p:cNvPr>
            <p:cNvSpPr/>
            <p:nvPr/>
          </p:nvSpPr>
          <p:spPr>
            <a:xfrm>
              <a:off x="8508797" y="1856232"/>
              <a:ext cx="777240" cy="777240"/>
            </a:xfrm>
            <a:prstGeom prst="ellipse">
              <a:avLst/>
            </a:prstGeom>
            <a:solidFill>
              <a:srgbClr val="8B1212"/>
            </a:solidFill>
            <a:ln/>
            <a:effectLst>
              <a:outerShdw blurRad="76200" dist="25400" dir="5400000" algn="bl" rotWithShape="0">
                <a:srgbClr val="000000">
                  <a:alpha val="16000"/>
                </a:srgbClr>
              </a:outerShdw>
            </a:effectLst>
          </p:spPr>
        </p:sp>
        <p:pic>
          <p:nvPicPr>
            <p:cNvPr id="18" name="Image 2" descr="preencoded.png">
              <a:extLst>
                <a:ext uri="{FF2B5EF4-FFF2-40B4-BE49-F238E27FC236}">
                  <a16:creationId xmlns:a16="http://schemas.microsoft.com/office/drawing/2014/main" id="{00AC811B-4358-0CFA-706C-CD7616018CFD}"/>
                </a:ext>
              </a:extLst>
            </p:cNvPr>
            <p:cNvPicPr>
              <a:picLocks noChangeAspect="1"/>
            </p:cNvPicPr>
            <p:nvPr/>
          </p:nvPicPr>
          <p:blipFill>
            <a:blip r:embed="rId5"/>
            <a:stretch>
              <a:fillRect/>
            </a:stretch>
          </p:blipFill>
          <p:spPr>
            <a:xfrm>
              <a:off x="8703107" y="2050542"/>
              <a:ext cx="388620" cy="388620"/>
            </a:xfrm>
            <a:prstGeom prst="rect">
              <a:avLst/>
            </a:prstGeom>
          </p:spPr>
        </p:pic>
        <p:sp>
          <p:nvSpPr>
            <p:cNvPr id="19" name="Text 11">
              <a:extLst>
                <a:ext uri="{FF2B5EF4-FFF2-40B4-BE49-F238E27FC236}">
                  <a16:creationId xmlns:a16="http://schemas.microsoft.com/office/drawing/2014/main" id="{669572AA-EFEA-3573-6511-4256A8D39865}"/>
                </a:ext>
              </a:extLst>
            </p:cNvPr>
            <p:cNvSpPr/>
            <p:nvPr/>
          </p:nvSpPr>
          <p:spPr>
            <a:xfrm>
              <a:off x="9423197" y="1965960"/>
              <a:ext cx="2082698" cy="64008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GeoJSON / GADM</a:t>
              </a:r>
              <a:endParaRPr lang="en-US" dirty="0"/>
            </a:p>
          </p:txBody>
        </p:sp>
        <p:sp>
          <p:nvSpPr>
            <p:cNvPr id="20" name="Text 12">
              <a:extLst>
                <a:ext uri="{FF2B5EF4-FFF2-40B4-BE49-F238E27FC236}">
                  <a16:creationId xmlns:a16="http://schemas.microsoft.com/office/drawing/2014/main" id="{D6BE7C55-65B5-BEB3-0EB1-2E2FF191F3DB}"/>
                </a:ext>
              </a:extLst>
            </p:cNvPr>
            <p:cNvSpPr/>
            <p:nvPr/>
          </p:nvSpPr>
          <p:spPr>
            <a:xfrm>
              <a:off x="8508797" y="2743200"/>
              <a:ext cx="2814218" cy="731520"/>
            </a:xfrm>
            <a:prstGeom prst="rect">
              <a:avLst/>
            </a:prstGeom>
            <a:noFill/>
            <a:ln/>
          </p:spPr>
          <p:txBody>
            <a:bodyPr wrap="square" rtlCol="0" anchor="t"/>
            <a:lstStyle/>
            <a:p>
              <a:pPr marL="0" indent="0">
                <a:buNone/>
              </a:pPr>
              <a:r>
                <a:rPr lang="en-US" sz="1600" dirty="0">
                  <a:solidFill>
                    <a:srgbClr val="2A1A1A"/>
                  </a:solidFill>
                  <a:latin typeface="Arial" pitchFamily="34" charset="0"/>
                  <a:ea typeface="Arial" pitchFamily="34" charset="-122"/>
                  <a:cs typeface="Arial" pitchFamily="34" charset="-120"/>
                </a:rPr>
                <a:t>Ranh </a:t>
              </a:r>
              <a:r>
                <a:rPr lang="en-US" sz="1600">
                  <a:solidFill>
                    <a:srgbClr val="2A1A1A"/>
                  </a:solidFill>
                  <a:latin typeface="Arial" pitchFamily="34" charset="0"/>
                  <a:ea typeface="Arial" pitchFamily="34" charset="-122"/>
                  <a:cs typeface="Arial" pitchFamily="34" charset="-120"/>
                </a:rPr>
                <a:t>giới các tỉnh thành trước và sau sát nhập</a:t>
              </a:r>
              <a:endParaRPr lang="en-US" sz="1600" dirty="0"/>
            </a:p>
          </p:txBody>
        </p:sp>
        <p:sp>
          <p:nvSpPr>
            <p:cNvPr id="21" name="Shape 13">
              <a:extLst>
                <a:ext uri="{FF2B5EF4-FFF2-40B4-BE49-F238E27FC236}">
                  <a16:creationId xmlns:a16="http://schemas.microsoft.com/office/drawing/2014/main" id="{692F2055-03C3-1627-AC6B-AD4595A72C85}"/>
                </a:ext>
              </a:extLst>
            </p:cNvPr>
            <p:cNvSpPr/>
            <p:nvPr/>
          </p:nvSpPr>
          <p:spPr>
            <a:xfrm>
              <a:off x="548640" y="3931920"/>
              <a:ext cx="3454298" cy="2057400"/>
            </a:xfrm>
            <a:prstGeom prst="roundRect">
              <a:avLst>
                <a:gd name="adj" fmla="val 4444"/>
              </a:avLst>
            </a:prstGeom>
            <a:solidFill>
              <a:srgbClr val="FFFFFF"/>
            </a:solidFill>
            <a:ln/>
            <a:effectLst>
              <a:outerShdw blurRad="101600" dist="38100" dir="5400000" algn="bl" rotWithShape="0">
                <a:srgbClr val="000000">
                  <a:alpha val="18000"/>
                </a:srgbClr>
              </a:outerShdw>
            </a:effectLst>
          </p:spPr>
        </p:sp>
        <p:sp>
          <p:nvSpPr>
            <p:cNvPr id="22" name="Shape 14">
              <a:extLst>
                <a:ext uri="{FF2B5EF4-FFF2-40B4-BE49-F238E27FC236}">
                  <a16:creationId xmlns:a16="http://schemas.microsoft.com/office/drawing/2014/main" id="{32FB6BD6-F1B9-7B4E-1A05-642D9EA26014}"/>
                </a:ext>
              </a:extLst>
            </p:cNvPr>
            <p:cNvSpPr/>
            <p:nvPr/>
          </p:nvSpPr>
          <p:spPr>
            <a:xfrm>
              <a:off x="868680" y="4279392"/>
              <a:ext cx="777240" cy="777240"/>
            </a:xfrm>
            <a:prstGeom prst="ellipse">
              <a:avLst/>
            </a:prstGeom>
            <a:solidFill>
              <a:srgbClr val="8B1212"/>
            </a:solidFill>
            <a:ln/>
            <a:effectLst>
              <a:outerShdw blurRad="76200" dist="25400" dir="5400000" algn="bl" rotWithShape="0">
                <a:srgbClr val="000000">
                  <a:alpha val="16000"/>
                </a:srgbClr>
              </a:outerShdw>
            </a:effectLst>
          </p:spPr>
        </p:sp>
        <p:pic>
          <p:nvPicPr>
            <p:cNvPr id="23" name="Image 3" descr="preencoded.png">
              <a:extLst>
                <a:ext uri="{FF2B5EF4-FFF2-40B4-BE49-F238E27FC236}">
                  <a16:creationId xmlns:a16="http://schemas.microsoft.com/office/drawing/2014/main" id="{93D680F9-9FDC-B911-B6BC-D42F7561EF18}"/>
                </a:ext>
              </a:extLst>
            </p:cNvPr>
            <p:cNvPicPr>
              <a:picLocks noChangeAspect="1"/>
            </p:cNvPicPr>
            <p:nvPr/>
          </p:nvPicPr>
          <p:blipFill>
            <a:blip r:embed="rId6"/>
            <a:stretch>
              <a:fillRect/>
            </a:stretch>
          </p:blipFill>
          <p:spPr>
            <a:xfrm>
              <a:off x="1062990" y="4473702"/>
              <a:ext cx="388620" cy="388620"/>
            </a:xfrm>
            <a:prstGeom prst="rect">
              <a:avLst/>
            </a:prstGeom>
          </p:spPr>
        </p:pic>
        <p:sp>
          <p:nvSpPr>
            <p:cNvPr id="24" name="Text 15">
              <a:extLst>
                <a:ext uri="{FF2B5EF4-FFF2-40B4-BE49-F238E27FC236}">
                  <a16:creationId xmlns:a16="http://schemas.microsoft.com/office/drawing/2014/main" id="{88A3088D-15EB-959B-8834-5DB7ED0824A4}"/>
                </a:ext>
              </a:extLst>
            </p:cNvPr>
            <p:cNvSpPr/>
            <p:nvPr/>
          </p:nvSpPr>
          <p:spPr>
            <a:xfrm>
              <a:off x="1783080" y="4389120"/>
              <a:ext cx="2082698" cy="64008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Web Speech API</a:t>
              </a:r>
              <a:endParaRPr lang="en-US" dirty="0"/>
            </a:p>
          </p:txBody>
        </p:sp>
        <p:sp>
          <p:nvSpPr>
            <p:cNvPr id="25" name="Text 16">
              <a:extLst>
                <a:ext uri="{FF2B5EF4-FFF2-40B4-BE49-F238E27FC236}">
                  <a16:creationId xmlns:a16="http://schemas.microsoft.com/office/drawing/2014/main" id="{32C32C7F-CBD1-7D6B-F3BA-39355FA37C28}"/>
                </a:ext>
              </a:extLst>
            </p:cNvPr>
            <p:cNvSpPr/>
            <p:nvPr/>
          </p:nvSpPr>
          <p:spPr>
            <a:xfrm>
              <a:off x="868680" y="5166360"/>
              <a:ext cx="2814218" cy="731520"/>
            </a:xfrm>
            <a:prstGeom prst="rect">
              <a:avLst/>
            </a:prstGeom>
            <a:noFill/>
            <a:ln/>
          </p:spPr>
          <p:txBody>
            <a:bodyPr wrap="square" rtlCol="0" anchor="t"/>
            <a:lstStyle/>
            <a:p>
              <a:pPr marL="0" indent="0">
                <a:buNone/>
              </a:pPr>
              <a:r>
                <a:rPr lang="en-US" sz="1600" dirty="0">
                  <a:solidFill>
                    <a:srgbClr val="2A1A1A"/>
                  </a:solidFill>
                  <a:latin typeface="Arial" pitchFamily="34" charset="0"/>
                  <a:ea typeface="Arial" pitchFamily="34" charset="-122"/>
                  <a:cs typeface="Arial" pitchFamily="34" charset="-120"/>
                </a:rPr>
                <a:t>Thuyết minh tiếng Việt, không cần file âm thanh</a:t>
              </a:r>
              <a:endParaRPr lang="en-US" sz="1600" dirty="0"/>
            </a:p>
          </p:txBody>
        </p:sp>
        <p:sp>
          <p:nvSpPr>
            <p:cNvPr id="26" name="Shape 17">
              <a:extLst>
                <a:ext uri="{FF2B5EF4-FFF2-40B4-BE49-F238E27FC236}">
                  <a16:creationId xmlns:a16="http://schemas.microsoft.com/office/drawing/2014/main" id="{8C9524E7-AC78-1533-AC4A-69F7E3FBE496}"/>
                </a:ext>
              </a:extLst>
            </p:cNvPr>
            <p:cNvSpPr/>
            <p:nvPr/>
          </p:nvSpPr>
          <p:spPr>
            <a:xfrm>
              <a:off x="4368698" y="3931920"/>
              <a:ext cx="3454298" cy="2057400"/>
            </a:xfrm>
            <a:prstGeom prst="roundRect">
              <a:avLst>
                <a:gd name="adj" fmla="val 4444"/>
              </a:avLst>
            </a:prstGeom>
            <a:solidFill>
              <a:srgbClr val="FFFFFF"/>
            </a:solidFill>
            <a:ln/>
            <a:effectLst>
              <a:outerShdw blurRad="101600" dist="38100" dir="5400000" algn="bl" rotWithShape="0">
                <a:srgbClr val="000000">
                  <a:alpha val="18000"/>
                </a:srgbClr>
              </a:outerShdw>
            </a:effectLst>
          </p:spPr>
        </p:sp>
        <p:sp>
          <p:nvSpPr>
            <p:cNvPr id="27" name="Shape 18">
              <a:extLst>
                <a:ext uri="{FF2B5EF4-FFF2-40B4-BE49-F238E27FC236}">
                  <a16:creationId xmlns:a16="http://schemas.microsoft.com/office/drawing/2014/main" id="{0E6188C7-FDD7-AD72-D8B8-6A5510A894D3}"/>
                </a:ext>
              </a:extLst>
            </p:cNvPr>
            <p:cNvSpPr/>
            <p:nvPr/>
          </p:nvSpPr>
          <p:spPr>
            <a:xfrm>
              <a:off x="4688738" y="4279392"/>
              <a:ext cx="777240" cy="777240"/>
            </a:xfrm>
            <a:prstGeom prst="ellipse">
              <a:avLst/>
            </a:prstGeom>
            <a:solidFill>
              <a:srgbClr val="8B1212"/>
            </a:solidFill>
            <a:ln/>
            <a:effectLst>
              <a:outerShdw blurRad="76200" dist="25400" dir="5400000" algn="bl" rotWithShape="0">
                <a:srgbClr val="000000">
                  <a:alpha val="16000"/>
                </a:srgbClr>
              </a:outerShdw>
            </a:effectLst>
          </p:spPr>
        </p:sp>
        <p:pic>
          <p:nvPicPr>
            <p:cNvPr id="28" name="Image 4" descr="preencoded.png">
              <a:extLst>
                <a:ext uri="{FF2B5EF4-FFF2-40B4-BE49-F238E27FC236}">
                  <a16:creationId xmlns:a16="http://schemas.microsoft.com/office/drawing/2014/main" id="{BAB20624-FAD0-6608-292D-3FF1B3F31334}"/>
                </a:ext>
              </a:extLst>
            </p:cNvPr>
            <p:cNvPicPr>
              <a:picLocks noChangeAspect="1"/>
            </p:cNvPicPr>
            <p:nvPr/>
          </p:nvPicPr>
          <p:blipFill>
            <a:blip r:embed="rId7"/>
            <a:stretch>
              <a:fillRect/>
            </a:stretch>
          </p:blipFill>
          <p:spPr>
            <a:xfrm>
              <a:off x="4883048" y="4473702"/>
              <a:ext cx="388620" cy="388620"/>
            </a:xfrm>
            <a:prstGeom prst="rect">
              <a:avLst/>
            </a:prstGeom>
          </p:spPr>
        </p:pic>
        <p:sp>
          <p:nvSpPr>
            <p:cNvPr id="29" name="Text 19">
              <a:extLst>
                <a:ext uri="{FF2B5EF4-FFF2-40B4-BE49-F238E27FC236}">
                  <a16:creationId xmlns:a16="http://schemas.microsoft.com/office/drawing/2014/main" id="{54DEBCA0-36C9-72C4-FD6E-1F4A58033361}"/>
                </a:ext>
              </a:extLst>
            </p:cNvPr>
            <p:cNvSpPr/>
            <p:nvPr/>
          </p:nvSpPr>
          <p:spPr>
            <a:xfrm>
              <a:off x="5603138" y="4389120"/>
              <a:ext cx="2082698" cy="64008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data.json</a:t>
              </a:r>
              <a:endParaRPr lang="en-US" dirty="0"/>
            </a:p>
          </p:txBody>
        </p:sp>
        <p:sp>
          <p:nvSpPr>
            <p:cNvPr id="30" name="Text 20">
              <a:extLst>
                <a:ext uri="{FF2B5EF4-FFF2-40B4-BE49-F238E27FC236}">
                  <a16:creationId xmlns:a16="http://schemas.microsoft.com/office/drawing/2014/main" id="{0210D436-900A-05B1-2D0D-69893CE68787}"/>
                </a:ext>
              </a:extLst>
            </p:cNvPr>
            <p:cNvSpPr/>
            <p:nvPr/>
          </p:nvSpPr>
          <p:spPr>
            <a:xfrm>
              <a:off x="4688738" y="5166360"/>
              <a:ext cx="2814218" cy="731520"/>
            </a:xfrm>
            <a:prstGeom prst="rect">
              <a:avLst/>
            </a:prstGeom>
            <a:noFill/>
            <a:ln/>
          </p:spPr>
          <p:txBody>
            <a:bodyPr wrap="square" rtlCol="0" anchor="t"/>
            <a:lstStyle/>
            <a:p>
              <a:pPr marL="0" indent="0">
                <a:buNone/>
              </a:pPr>
              <a:r>
                <a:rPr lang="en-US" sz="1600" dirty="0">
                  <a:solidFill>
                    <a:srgbClr val="2A1A1A"/>
                  </a:solidFill>
                  <a:latin typeface="Arial" pitchFamily="34" charset="0"/>
                  <a:ea typeface="Arial" pitchFamily="34" charset="-122"/>
                  <a:cs typeface="Arial" pitchFamily="34" charset="-120"/>
                </a:rPr>
                <a:t>Kho sự kiện lịch sử theo tỉnh, sinh quiz động</a:t>
              </a:r>
              <a:endParaRPr lang="en-US" sz="1600" dirty="0"/>
            </a:p>
          </p:txBody>
        </p:sp>
        <p:sp>
          <p:nvSpPr>
            <p:cNvPr id="31" name="Shape 21">
              <a:extLst>
                <a:ext uri="{FF2B5EF4-FFF2-40B4-BE49-F238E27FC236}">
                  <a16:creationId xmlns:a16="http://schemas.microsoft.com/office/drawing/2014/main" id="{808DA8E2-5DAA-2388-63A0-89301DE0B2FD}"/>
                </a:ext>
              </a:extLst>
            </p:cNvPr>
            <p:cNvSpPr/>
            <p:nvPr/>
          </p:nvSpPr>
          <p:spPr>
            <a:xfrm>
              <a:off x="8188757" y="3931920"/>
              <a:ext cx="3454298" cy="2057400"/>
            </a:xfrm>
            <a:prstGeom prst="roundRect">
              <a:avLst>
                <a:gd name="adj" fmla="val 4444"/>
              </a:avLst>
            </a:prstGeom>
            <a:solidFill>
              <a:srgbClr val="FFFFFF"/>
            </a:solidFill>
            <a:ln/>
            <a:effectLst>
              <a:outerShdw blurRad="101600" dist="38100" dir="5400000" algn="bl" rotWithShape="0">
                <a:srgbClr val="000000">
                  <a:alpha val="18000"/>
                </a:srgbClr>
              </a:outerShdw>
            </a:effectLst>
          </p:spPr>
        </p:sp>
        <p:sp>
          <p:nvSpPr>
            <p:cNvPr id="32" name="Shape 22">
              <a:extLst>
                <a:ext uri="{FF2B5EF4-FFF2-40B4-BE49-F238E27FC236}">
                  <a16:creationId xmlns:a16="http://schemas.microsoft.com/office/drawing/2014/main" id="{1BB34A77-8708-8F69-06C7-AE85830D235C}"/>
                </a:ext>
              </a:extLst>
            </p:cNvPr>
            <p:cNvSpPr/>
            <p:nvPr/>
          </p:nvSpPr>
          <p:spPr>
            <a:xfrm>
              <a:off x="8508797" y="4279392"/>
              <a:ext cx="777240" cy="777240"/>
            </a:xfrm>
            <a:prstGeom prst="ellipse">
              <a:avLst/>
            </a:prstGeom>
            <a:solidFill>
              <a:srgbClr val="8B1212"/>
            </a:solidFill>
            <a:ln/>
            <a:effectLst>
              <a:outerShdw blurRad="76200" dist="25400" dir="5400000" algn="bl" rotWithShape="0">
                <a:srgbClr val="000000">
                  <a:alpha val="16000"/>
                </a:srgbClr>
              </a:outerShdw>
            </a:effectLst>
          </p:spPr>
        </p:sp>
        <p:pic>
          <p:nvPicPr>
            <p:cNvPr id="33" name="Image 5" descr="preencoded.png">
              <a:extLst>
                <a:ext uri="{FF2B5EF4-FFF2-40B4-BE49-F238E27FC236}">
                  <a16:creationId xmlns:a16="http://schemas.microsoft.com/office/drawing/2014/main" id="{659055CB-3DEC-68AB-9D10-C2309DBFB740}"/>
                </a:ext>
              </a:extLst>
            </p:cNvPr>
            <p:cNvPicPr>
              <a:picLocks noChangeAspect="1"/>
            </p:cNvPicPr>
            <p:nvPr/>
          </p:nvPicPr>
          <p:blipFill>
            <a:blip r:embed="rId8"/>
            <a:stretch>
              <a:fillRect/>
            </a:stretch>
          </p:blipFill>
          <p:spPr>
            <a:xfrm>
              <a:off x="8703107" y="4473702"/>
              <a:ext cx="388620" cy="388620"/>
            </a:xfrm>
            <a:prstGeom prst="rect">
              <a:avLst/>
            </a:prstGeom>
          </p:spPr>
        </p:pic>
        <p:sp>
          <p:nvSpPr>
            <p:cNvPr id="34" name="Text 23">
              <a:extLst>
                <a:ext uri="{FF2B5EF4-FFF2-40B4-BE49-F238E27FC236}">
                  <a16:creationId xmlns:a16="http://schemas.microsoft.com/office/drawing/2014/main" id="{CCB7E120-01DE-8454-AC3D-1FE4A7CFB33D}"/>
                </a:ext>
              </a:extLst>
            </p:cNvPr>
            <p:cNvSpPr/>
            <p:nvPr/>
          </p:nvSpPr>
          <p:spPr>
            <a:xfrm>
              <a:off x="9423197" y="4389120"/>
              <a:ext cx="2082698" cy="640080"/>
            </a:xfrm>
            <a:prstGeom prst="rect">
              <a:avLst/>
            </a:prstGeom>
            <a:noFill/>
            <a:ln/>
          </p:spPr>
          <p:txBody>
            <a:bodyPr wrap="square" rtlCol="0" anchor="ctr"/>
            <a:lstStyle/>
            <a:p>
              <a:pPr marL="0" indent="0">
                <a:buNone/>
              </a:pPr>
              <a:r>
                <a:rPr lang="en-US" b="1" dirty="0">
                  <a:solidFill>
                    <a:srgbClr val="8B1212"/>
                  </a:solidFill>
                  <a:latin typeface="Cambria" pitchFamily="34" charset="0"/>
                  <a:ea typeface="Cambria" pitchFamily="34" charset="-122"/>
                  <a:cs typeface="Cambria" pitchFamily="34" charset="-120"/>
                </a:rPr>
                <a:t>GitHub Pages</a:t>
              </a:r>
              <a:endParaRPr lang="en-US" dirty="0"/>
            </a:p>
          </p:txBody>
        </p:sp>
        <p:sp>
          <p:nvSpPr>
            <p:cNvPr id="35" name="Text 24">
              <a:extLst>
                <a:ext uri="{FF2B5EF4-FFF2-40B4-BE49-F238E27FC236}">
                  <a16:creationId xmlns:a16="http://schemas.microsoft.com/office/drawing/2014/main" id="{9D9725BE-3A77-A820-0485-7A4B5F2A24B1}"/>
                </a:ext>
              </a:extLst>
            </p:cNvPr>
            <p:cNvSpPr/>
            <p:nvPr/>
          </p:nvSpPr>
          <p:spPr>
            <a:xfrm>
              <a:off x="8508797" y="5166360"/>
              <a:ext cx="2814218" cy="731520"/>
            </a:xfrm>
            <a:prstGeom prst="rect">
              <a:avLst/>
            </a:prstGeom>
            <a:noFill/>
            <a:ln/>
          </p:spPr>
          <p:txBody>
            <a:bodyPr wrap="square" rtlCol="0" anchor="t"/>
            <a:lstStyle/>
            <a:p>
              <a:pPr marL="0" indent="0">
                <a:buNone/>
              </a:pPr>
              <a:r>
                <a:rPr lang="en-US" sz="1600" dirty="0">
                  <a:solidFill>
                    <a:srgbClr val="2A1A1A"/>
                  </a:solidFill>
                  <a:latin typeface="Arial" pitchFamily="34" charset="0"/>
                  <a:ea typeface="Arial" pitchFamily="34" charset="-122"/>
                  <a:cs typeface="Arial" pitchFamily="34" charset="-120"/>
                </a:rPr>
                <a:t>Lưu trữ tĩnh miễn phí, không cần server</a:t>
              </a:r>
              <a:endParaRPr lang="en-US" sz="1600" dirty="0"/>
            </a:p>
          </p:txBody>
        </p:sp>
      </p:gr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467EF7C0-1589-5272-6038-2A37128CDB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582BC2-25AE-A5AF-1E6C-C46EB99C6E18}"/>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4. So </a:t>
            </a:r>
            <a:r>
              <a:rPr lang="en-US" sz="3000" b="1" dirty="0">
                <a:solidFill>
                  <a:srgbClr val="8B1212"/>
                </a:solidFill>
                <a:latin typeface="Cambria" pitchFamily="34" charset="0"/>
                <a:ea typeface="Cambria" pitchFamily="34" charset="-122"/>
                <a:cs typeface="Cambria" pitchFamily="34" charset="-120"/>
              </a:rPr>
              <a:t>với các giải pháp khác</a:t>
            </a:r>
            <a:endParaRPr lang="en-US" sz="3000" dirty="0"/>
          </a:p>
        </p:txBody>
      </p:sp>
      <p:cxnSp>
        <p:nvCxnSpPr>
          <p:cNvPr id="3" name="Straight Connector 2">
            <a:extLst>
              <a:ext uri="{FF2B5EF4-FFF2-40B4-BE49-F238E27FC236}">
                <a16:creationId xmlns:a16="http://schemas.microsoft.com/office/drawing/2014/main" id="{0D12EDE2-B5E4-10E2-255B-5CBAD4F6C522}"/>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3016D39-4583-A1DD-407D-E133BBDA2668}"/>
              </a:ext>
            </a:extLst>
          </p:cNvPr>
          <p:cNvGrpSpPr/>
          <p:nvPr/>
        </p:nvGrpSpPr>
        <p:grpSpPr>
          <a:xfrm>
            <a:off x="548640" y="1915668"/>
            <a:ext cx="11185855" cy="4707255"/>
            <a:chOff x="502920" y="1417320"/>
            <a:chExt cx="11185855" cy="4707255"/>
          </a:xfrm>
        </p:grpSpPr>
        <p:sp>
          <p:nvSpPr>
            <p:cNvPr id="5" name="Shape 2">
              <a:extLst>
                <a:ext uri="{FF2B5EF4-FFF2-40B4-BE49-F238E27FC236}">
                  <a16:creationId xmlns:a16="http://schemas.microsoft.com/office/drawing/2014/main" id="{4E2F6150-4761-BFCC-D6BC-0B7C886D740E}"/>
                </a:ext>
              </a:extLst>
            </p:cNvPr>
            <p:cNvSpPr/>
            <p:nvPr/>
          </p:nvSpPr>
          <p:spPr>
            <a:xfrm>
              <a:off x="502920" y="1417320"/>
              <a:ext cx="2590724" cy="4707255"/>
            </a:xfrm>
            <a:prstGeom prst="roundRect">
              <a:avLst>
                <a:gd name="adj" fmla="val 3177"/>
              </a:avLst>
            </a:prstGeom>
            <a:solidFill>
              <a:srgbClr val="FFFFFF"/>
            </a:solidFill>
            <a:ln/>
            <a:effectLst>
              <a:outerShdw blurRad="76200" dist="25400" dir="5400000" algn="bl" rotWithShape="0">
                <a:srgbClr val="000000">
                  <a:alpha val="16000"/>
                </a:srgbClr>
              </a:outerShdw>
            </a:effectLst>
          </p:spPr>
        </p:sp>
        <p:sp>
          <p:nvSpPr>
            <p:cNvPr id="7" name="Text 3">
              <a:extLst>
                <a:ext uri="{FF2B5EF4-FFF2-40B4-BE49-F238E27FC236}">
                  <a16:creationId xmlns:a16="http://schemas.microsoft.com/office/drawing/2014/main" id="{71E11B12-7BD2-46EF-AB02-0D63031461FD}"/>
                </a:ext>
              </a:extLst>
            </p:cNvPr>
            <p:cNvSpPr/>
            <p:nvPr/>
          </p:nvSpPr>
          <p:spPr>
            <a:xfrm>
              <a:off x="594360" y="4023360"/>
              <a:ext cx="2407844" cy="365760"/>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Lịch Sử Việt Nam</a:t>
              </a:r>
              <a:endParaRPr lang="en-US" sz="1600" dirty="0"/>
            </a:p>
          </p:txBody>
        </p:sp>
        <p:sp>
          <p:nvSpPr>
            <p:cNvPr id="8" name="Text 4">
              <a:extLst>
                <a:ext uri="{FF2B5EF4-FFF2-40B4-BE49-F238E27FC236}">
                  <a16:creationId xmlns:a16="http://schemas.microsoft.com/office/drawing/2014/main" id="{35A0EDB0-D6FD-0C8E-BA07-2E4DFF2A5645}"/>
                </a:ext>
              </a:extLst>
            </p:cNvPr>
            <p:cNvSpPr/>
            <p:nvPr/>
          </p:nvSpPr>
          <p:spPr>
            <a:xfrm>
              <a:off x="594360" y="4361688"/>
              <a:ext cx="2407844" cy="274320"/>
            </a:xfrm>
            <a:prstGeom prst="rect">
              <a:avLst/>
            </a:prstGeom>
            <a:noFill/>
            <a:ln/>
          </p:spPr>
          <p:txBody>
            <a:bodyPr wrap="square" rtlCol="0" anchor="ctr"/>
            <a:lstStyle/>
            <a:p>
              <a:pPr marL="0" indent="0" algn="ctr">
                <a:buNone/>
              </a:pPr>
              <a:r>
                <a:rPr lang="en-US" sz="950" i="1" dirty="0">
                  <a:solidFill>
                    <a:srgbClr val="7A6A60"/>
                  </a:solidFill>
                  <a:latin typeface="Arial" pitchFamily="34" charset="0"/>
                  <a:ea typeface="Arial" pitchFamily="34" charset="-122"/>
                  <a:cs typeface="Arial" pitchFamily="34" charset="-120"/>
                </a:rPr>
                <a:t>VN Timeline · Google Play</a:t>
              </a:r>
              <a:endParaRPr lang="en-US" sz="950" dirty="0"/>
            </a:p>
          </p:txBody>
        </p:sp>
        <p:sp>
          <p:nvSpPr>
            <p:cNvPr id="9" name="Shape 5">
              <a:extLst>
                <a:ext uri="{FF2B5EF4-FFF2-40B4-BE49-F238E27FC236}">
                  <a16:creationId xmlns:a16="http://schemas.microsoft.com/office/drawing/2014/main" id="{88184FA1-D322-FD8B-7075-9CD752597242}"/>
                </a:ext>
              </a:extLst>
            </p:cNvPr>
            <p:cNvSpPr/>
            <p:nvPr/>
          </p:nvSpPr>
          <p:spPr>
            <a:xfrm>
              <a:off x="777240" y="4727448"/>
              <a:ext cx="2042084" cy="0"/>
            </a:xfrm>
            <a:prstGeom prst="line">
              <a:avLst/>
            </a:prstGeom>
            <a:noFill/>
            <a:ln w="9525">
              <a:solidFill>
                <a:srgbClr val="E0D5C8"/>
              </a:solidFill>
              <a:prstDash val="solid"/>
            </a:ln>
          </p:spPr>
        </p:sp>
        <p:sp>
          <p:nvSpPr>
            <p:cNvPr id="10" name="Text 6">
              <a:extLst>
                <a:ext uri="{FF2B5EF4-FFF2-40B4-BE49-F238E27FC236}">
                  <a16:creationId xmlns:a16="http://schemas.microsoft.com/office/drawing/2014/main" id="{300F8DA5-1A55-5805-D202-D5CD4A325203}"/>
                </a:ext>
              </a:extLst>
            </p:cNvPr>
            <p:cNvSpPr/>
            <p:nvPr/>
          </p:nvSpPr>
          <p:spPr>
            <a:xfrm>
              <a:off x="704088" y="4846320"/>
              <a:ext cx="2224964" cy="1189481"/>
            </a:xfrm>
            <a:prstGeom prst="rect">
              <a:avLst/>
            </a:prstGeom>
            <a:noFill/>
            <a:ln/>
          </p:spPr>
          <p:txBody>
            <a:bodyPr wrap="square" rtlCol="0" anchor="t"/>
            <a:lstStyle/>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Dòng thời gian theo thời kỳ</a:t>
              </a:r>
              <a:endParaRPr lang="en-US" sz="1300" dirty="0"/>
            </a:p>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Nhân vật &amp; sự kiện</a:t>
              </a:r>
              <a:endParaRPr lang="en-US" sz="1300" dirty="0"/>
            </a:p>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Trắc nghiệm, thư viện ảnh</a:t>
              </a:r>
              <a:endParaRPr lang="en-US" sz="1300" dirty="0"/>
            </a:p>
          </p:txBody>
        </p:sp>
        <p:sp>
          <p:nvSpPr>
            <p:cNvPr id="11" name="Shape 7">
              <a:extLst>
                <a:ext uri="{FF2B5EF4-FFF2-40B4-BE49-F238E27FC236}">
                  <a16:creationId xmlns:a16="http://schemas.microsoft.com/office/drawing/2014/main" id="{CF57DDE0-E1D8-30F2-B33D-4ECBEDEDBAE3}"/>
                </a:ext>
              </a:extLst>
            </p:cNvPr>
            <p:cNvSpPr/>
            <p:nvPr/>
          </p:nvSpPr>
          <p:spPr>
            <a:xfrm>
              <a:off x="3367964" y="1417320"/>
              <a:ext cx="2590724" cy="4707255"/>
            </a:xfrm>
            <a:prstGeom prst="roundRect">
              <a:avLst>
                <a:gd name="adj" fmla="val 3177"/>
              </a:avLst>
            </a:prstGeom>
            <a:solidFill>
              <a:srgbClr val="FFFFFF"/>
            </a:solidFill>
            <a:ln/>
            <a:effectLst>
              <a:outerShdw blurRad="76200" dist="25400" dir="5400000" algn="bl" rotWithShape="0">
                <a:srgbClr val="000000">
                  <a:alpha val="16000"/>
                </a:srgbClr>
              </a:outerShdw>
            </a:effectLst>
          </p:spPr>
        </p:sp>
        <p:sp>
          <p:nvSpPr>
            <p:cNvPr id="13" name="Text 8">
              <a:extLst>
                <a:ext uri="{FF2B5EF4-FFF2-40B4-BE49-F238E27FC236}">
                  <a16:creationId xmlns:a16="http://schemas.microsoft.com/office/drawing/2014/main" id="{22288F2A-E2CD-2644-24E5-64CD3EC844E4}"/>
                </a:ext>
              </a:extLst>
            </p:cNvPr>
            <p:cNvSpPr/>
            <p:nvPr/>
          </p:nvSpPr>
          <p:spPr>
            <a:xfrm>
              <a:off x="3459404" y="4023360"/>
              <a:ext cx="2407844" cy="365760"/>
            </a:xfrm>
            <a:prstGeom prst="rect">
              <a:avLst/>
            </a:prstGeom>
            <a:noFill/>
            <a:ln/>
          </p:spPr>
          <p:txBody>
            <a:bodyPr wrap="square" rtlCol="0" anchor="ctr"/>
            <a:lstStyle/>
            <a:p>
              <a:pPr marL="0" indent="0" algn="ctr">
                <a:buNone/>
              </a:pPr>
              <a:r>
                <a:rPr lang="en-US" sz="1600" b="1" dirty="0">
                  <a:solidFill>
                    <a:srgbClr val="B7791F"/>
                  </a:solidFill>
                  <a:latin typeface="Cambria" pitchFamily="34" charset="0"/>
                  <a:ea typeface="Cambria" pitchFamily="34" charset="-122"/>
                  <a:cs typeface="Cambria" pitchFamily="34" charset="-120"/>
                </a:rPr>
                <a:t>Lịch Sử Việt timeline</a:t>
              </a:r>
              <a:endParaRPr lang="en-US" sz="1600" dirty="0"/>
            </a:p>
          </p:txBody>
        </p:sp>
        <p:sp>
          <p:nvSpPr>
            <p:cNvPr id="14" name="Text 9">
              <a:extLst>
                <a:ext uri="{FF2B5EF4-FFF2-40B4-BE49-F238E27FC236}">
                  <a16:creationId xmlns:a16="http://schemas.microsoft.com/office/drawing/2014/main" id="{91DD507D-971C-2F7B-470F-08A586551D6D}"/>
                </a:ext>
              </a:extLst>
            </p:cNvPr>
            <p:cNvSpPr/>
            <p:nvPr/>
          </p:nvSpPr>
          <p:spPr>
            <a:xfrm>
              <a:off x="3459404" y="4361688"/>
              <a:ext cx="2407844" cy="274320"/>
            </a:xfrm>
            <a:prstGeom prst="rect">
              <a:avLst/>
            </a:prstGeom>
            <a:noFill/>
            <a:ln/>
          </p:spPr>
          <p:txBody>
            <a:bodyPr wrap="square" rtlCol="0" anchor="ctr"/>
            <a:lstStyle/>
            <a:p>
              <a:pPr marL="0" indent="0" algn="ctr">
                <a:buNone/>
              </a:pPr>
              <a:r>
                <a:rPr lang="en-US" sz="950" i="1" dirty="0">
                  <a:solidFill>
                    <a:srgbClr val="7A6A60"/>
                  </a:solidFill>
                  <a:latin typeface="Arial" pitchFamily="34" charset="0"/>
                  <a:ea typeface="Arial" pitchFamily="34" charset="-122"/>
                  <a:cs typeface="Arial" pitchFamily="34" charset="-120"/>
                </a:rPr>
                <a:t>Vietnam Legacy Lab · Google Play</a:t>
              </a:r>
              <a:endParaRPr lang="en-US" sz="950" dirty="0"/>
            </a:p>
          </p:txBody>
        </p:sp>
        <p:sp>
          <p:nvSpPr>
            <p:cNvPr id="15" name="Shape 10">
              <a:extLst>
                <a:ext uri="{FF2B5EF4-FFF2-40B4-BE49-F238E27FC236}">
                  <a16:creationId xmlns:a16="http://schemas.microsoft.com/office/drawing/2014/main" id="{301F5868-E9E2-4D38-CA55-EA9DC5C1A68D}"/>
                </a:ext>
              </a:extLst>
            </p:cNvPr>
            <p:cNvSpPr/>
            <p:nvPr/>
          </p:nvSpPr>
          <p:spPr>
            <a:xfrm>
              <a:off x="3642284" y="4727448"/>
              <a:ext cx="2042084" cy="0"/>
            </a:xfrm>
            <a:prstGeom prst="line">
              <a:avLst/>
            </a:prstGeom>
            <a:noFill/>
            <a:ln w="9525">
              <a:solidFill>
                <a:srgbClr val="E0D5C8"/>
              </a:solidFill>
              <a:prstDash val="solid"/>
            </a:ln>
          </p:spPr>
        </p:sp>
        <p:sp>
          <p:nvSpPr>
            <p:cNvPr id="16" name="Text 11">
              <a:extLst>
                <a:ext uri="{FF2B5EF4-FFF2-40B4-BE49-F238E27FC236}">
                  <a16:creationId xmlns:a16="http://schemas.microsoft.com/office/drawing/2014/main" id="{3A41A6C7-E3BE-45CB-E5F6-46075D3840BF}"/>
                </a:ext>
              </a:extLst>
            </p:cNvPr>
            <p:cNvSpPr/>
            <p:nvPr/>
          </p:nvSpPr>
          <p:spPr>
            <a:xfrm>
              <a:off x="3569132" y="4846320"/>
              <a:ext cx="2224964" cy="1189481"/>
            </a:xfrm>
            <a:prstGeom prst="rect">
              <a:avLst/>
            </a:prstGeom>
            <a:noFill/>
            <a:ln/>
          </p:spPr>
          <p:txBody>
            <a:bodyPr wrap="square" rtlCol="0" anchor="t"/>
            <a:lstStyle/>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Sắp xếp theo dòng thời gian</a:t>
              </a:r>
              <a:endParaRPr lang="en-US" sz="1300" dirty="0"/>
            </a:p>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Theo năm, giai đoạn, triều đại</a:t>
              </a:r>
              <a:endParaRPr lang="en-US" sz="1300" dirty="0"/>
            </a:p>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Văn bản, không bản đồ</a:t>
              </a:r>
              <a:endParaRPr lang="en-US" sz="1300" dirty="0"/>
            </a:p>
          </p:txBody>
        </p:sp>
        <p:sp>
          <p:nvSpPr>
            <p:cNvPr id="17" name="Shape 12">
              <a:extLst>
                <a:ext uri="{FF2B5EF4-FFF2-40B4-BE49-F238E27FC236}">
                  <a16:creationId xmlns:a16="http://schemas.microsoft.com/office/drawing/2014/main" id="{26C8369E-7301-2AB9-3593-BBC89CEBB4BE}"/>
                </a:ext>
              </a:extLst>
            </p:cNvPr>
            <p:cNvSpPr/>
            <p:nvPr/>
          </p:nvSpPr>
          <p:spPr>
            <a:xfrm>
              <a:off x="6233008" y="1417320"/>
              <a:ext cx="2590724" cy="4707255"/>
            </a:xfrm>
            <a:prstGeom prst="roundRect">
              <a:avLst>
                <a:gd name="adj" fmla="val 3177"/>
              </a:avLst>
            </a:prstGeom>
            <a:solidFill>
              <a:srgbClr val="FFFFFF"/>
            </a:solidFill>
            <a:ln/>
            <a:effectLst>
              <a:outerShdw blurRad="76200" dist="25400" dir="5400000" algn="bl" rotWithShape="0">
                <a:srgbClr val="000000">
                  <a:alpha val="16000"/>
                </a:srgbClr>
              </a:outerShdw>
            </a:effectLst>
          </p:spPr>
        </p:sp>
        <p:sp>
          <p:nvSpPr>
            <p:cNvPr id="19" name="Text 13">
              <a:extLst>
                <a:ext uri="{FF2B5EF4-FFF2-40B4-BE49-F238E27FC236}">
                  <a16:creationId xmlns:a16="http://schemas.microsoft.com/office/drawing/2014/main" id="{D92354A7-546D-28ED-BAD3-BE0CB07AF61B}"/>
                </a:ext>
              </a:extLst>
            </p:cNvPr>
            <p:cNvSpPr/>
            <p:nvPr/>
          </p:nvSpPr>
          <p:spPr>
            <a:xfrm>
              <a:off x="6324448" y="4023360"/>
              <a:ext cx="2407844" cy="365760"/>
            </a:xfrm>
            <a:prstGeom prst="rect">
              <a:avLst/>
            </a:prstGeom>
            <a:noFill/>
            <a:ln/>
          </p:spPr>
          <p:txBody>
            <a:bodyPr wrap="square" rtlCol="0" anchor="ctr"/>
            <a:lstStyle/>
            <a:p>
              <a:pPr marL="0" indent="0" algn="ctr">
                <a:buNone/>
              </a:pPr>
              <a:r>
                <a:rPr lang="en-US" sz="1600" b="1" dirty="0">
                  <a:solidFill>
                    <a:srgbClr val="6A4AB0"/>
                  </a:solidFill>
                  <a:latin typeface="Cambria" pitchFamily="34" charset="0"/>
                  <a:ea typeface="Cambria" pitchFamily="34" charset="-122"/>
                  <a:cs typeface="Cambria" pitchFamily="34" charset="-120"/>
                </a:rPr>
                <a:t>5 Phút Thuộc Bài</a:t>
              </a:r>
              <a:endParaRPr lang="en-US" sz="1600" dirty="0"/>
            </a:p>
          </p:txBody>
        </p:sp>
        <p:sp>
          <p:nvSpPr>
            <p:cNvPr id="20" name="Text 14">
              <a:extLst>
                <a:ext uri="{FF2B5EF4-FFF2-40B4-BE49-F238E27FC236}">
                  <a16:creationId xmlns:a16="http://schemas.microsoft.com/office/drawing/2014/main" id="{40CA253A-1944-75A0-B55E-B8D60B402CF0}"/>
                </a:ext>
              </a:extLst>
            </p:cNvPr>
            <p:cNvSpPr/>
            <p:nvPr/>
          </p:nvSpPr>
          <p:spPr>
            <a:xfrm>
              <a:off x="6324448" y="4361688"/>
              <a:ext cx="2407844" cy="274320"/>
            </a:xfrm>
            <a:prstGeom prst="rect">
              <a:avLst/>
            </a:prstGeom>
            <a:noFill/>
            <a:ln/>
          </p:spPr>
          <p:txBody>
            <a:bodyPr wrap="square" rtlCol="0" anchor="ctr"/>
            <a:lstStyle/>
            <a:p>
              <a:pPr marL="0" indent="0" algn="ctr">
                <a:buNone/>
              </a:pPr>
              <a:r>
                <a:rPr lang="en-US" sz="950" i="1" dirty="0">
                  <a:solidFill>
                    <a:srgbClr val="7A6A60"/>
                  </a:solidFill>
                  <a:latin typeface="Arial" pitchFamily="34" charset="0"/>
                  <a:ea typeface="Arial" pitchFamily="34" charset="-122"/>
                  <a:cs typeface="Arial" pitchFamily="34" charset="-120"/>
                </a:rPr>
                <a:t>Tâm Trí Lực</a:t>
              </a:r>
              <a:endParaRPr lang="en-US" sz="950" dirty="0"/>
            </a:p>
          </p:txBody>
        </p:sp>
        <p:sp>
          <p:nvSpPr>
            <p:cNvPr id="21" name="Shape 15">
              <a:extLst>
                <a:ext uri="{FF2B5EF4-FFF2-40B4-BE49-F238E27FC236}">
                  <a16:creationId xmlns:a16="http://schemas.microsoft.com/office/drawing/2014/main" id="{544CBAA4-3DC0-9ECD-E743-E8C27681BD09}"/>
                </a:ext>
              </a:extLst>
            </p:cNvPr>
            <p:cNvSpPr/>
            <p:nvPr/>
          </p:nvSpPr>
          <p:spPr>
            <a:xfrm>
              <a:off x="6507328" y="4727448"/>
              <a:ext cx="2042084" cy="0"/>
            </a:xfrm>
            <a:prstGeom prst="line">
              <a:avLst/>
            </a:prstGeom>
            <a:noFill/>
            <a:ln w="9525">
              <a:solidFill>
                <a:srgbClr val="E0D5C8"/>
              </a:solidFill>
              <a:prstDash val="solid"/>
            </a:ln>
          </p:spPr>
        </p:sp>
        <p:sp>
          <p:nvSpPr>
            <p:cNvPr id="22" name="Text 16">
              <a:extLst>
                <a:ext uri="{FF2B5EF4-FFF2-40B4-BE49-F238E27FC236}">
                  <a16:creationId xmlns:a16="http://schemas.microsoft.com/office/drawing/2014/main" id="{873965E4-1017-B79F-7D36-F124414312F4}"/>
                </a:ext>
              </a:extLst>
            </p:cNvPr>
            <p:cNvSpPr/>
            <p:nvPr/>
          </p:nvSpPr>
          <p:spPr>
            <a:xfrm>
              <a:off x="6434176" y="4846320"/>
              <a:ext cx="2224964" cy="1189481"/>
            </a:xfrm>
            <a:prstGeom prst="rect">
              <a:avLst/>
            </a:prstGeom>
            <a:noFill/>
            <a:ln/>
          </p:spPr>
          <p:txBody>
            <a:bodyPr wrap="square" rtlCol="0" anchor="t"/>
            <a:lstStyle/>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Sơ đồ tư duy + video clip</a:t>
              </a:r>
              <a:endParaRPr lang="en-US" sz="1300" dirty="0"/>
            </a:p>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Học thuộc nhanh ~5 phút</a:t>
              </a:r>
              <a:endParaRPr lang="en-US" sz="1300" dirty="0"/>
            </a:p>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Theo bài học SGK</a:t>
              </a:r>
              <a:endParaRPr lang="en-US" sz="1300" dirty="0"/>
            </a:p>
          </p:txBody>
        </p:sp>
        <p:sp>
          <p:nvSpPr>
            <p:cNvPr id="23" name="Shape 17">
              <a:extLst>
                <a:ext uri="{FF2B5EF4-FFF2-40B4-BE49-F238E27FC236}">
                  <a16:creationId xmlns:a16="http://schemas.microsoft.com/office/drawing/2014/main" id="{EB1383FB-3C01-53E6-F08F-2E83D635EDE2}"/>
                </a:ext>
              </a:extLst>
            </p:cNvPr>
            <p:cNvSpPr/>
            <p:nvPr/>
          </p:nvSpPr>
          <p:spPr>
            <a:xfrm>
              <a:off x="9098051" y="1417320"/>
              <a:ext cx="2590724" cy="4707255"/>
            </a:xfrm>
            <a:prstGeom prst="roundRect">
              <a:avLst>
                <a:gd name="adj" fmla="val 3177"/>
              </a:avLst>
            </a:prstGeom>
            <a:solidFill>
              <a:srgbClr val="FFFFFF"/>
            </a:solidFill>
            <a:ln/>
            <a:effectLst>
              <a:outerShdw blurRad="76200" dist="25400" dir="5400000" algn="bl" rotWithShape="0">
                <a:srgbClr val="000000">
                  <a:alpha val="16000"/>
                </a:srgbClr>
              </a:outerShdw>
            </a:effectLst>
          </p:spPr>
        </p:sp>
        <p:sp>
          <p:nvSpPr>
            <p:cNvPr id="25" name="Text 18">
              <a:extLst>
                <a:ext uri="{FF2B5EF4-FFF2-40B4-BE49-F238E27FC236}">
                  <a16:creationId xmlns:a16="http://schemas.microsoft.com/office/drawing/2014/main" id="{238A19C8-5DE3-EF6D-AAAB-75CA6451F8D2}"/>
                </a:ext>
              </a:extLst>
            </p:cNvPr>
            <p:cNvSpPr/>
            <p:nvPr/>
          </p:nvSpPr>
          <p:spPr>
            <a:xfrm>
              <a:off x="9189491" y="4023360"/>
              <a:ext cx="2407844" cy="365760"/>
            </a:xfrm>
            <a:prstGeom prst="rect">
              <a:avLst/>
            </a:prstGeom>
            <a:noFill/>
            <a:ln/>
          </p:spPr>
          <p:txBody>
            <a:bodyPr wrap="square" rtlCol="0" anchor="ctr"/>
            <a:lstStyle/>
            <a:p>
              <a:pPr marL="0" indent="0" algn="ctr">
                <a:buNone/>
              </a:pPr>
              <a:r>
                <a:rPr lang="en-US" sz="1600" b="1" dirty="0">
                  <a:solidFill>
                    <a:srgbClr val="1F6E8C"/>
                  </a:solidFill>
                  <a:latin typeface="Cambria" pitchFamily="34" charset="0"/>
                  <a:ea typeface="Cambria" pitchFamily="34" charset="-122"/>
                  <a:cs typeface="Cambria" pitchFamily="34" charset="-120"/>
                </a:rPr>
                <a:t>Vietnam Map Archive</a:t>
              </a:r>
              <a:endParaRPr lang="en-US" sz="1600" dirty="0"/>
            </a:p>
          </p:txBody>
        </p:sp>
        <p:sp>
          <p:nvSpPr>
            <p:cNvPr id="26" name="Text 19">
              <a:extLst>
                <a:ext uri="{FF2B5EF4-FFF2-40B4-BE49-F238E27FC236}">
                  <a16:creationId xmlns:a16="http://schemas.microsoft.com/office/drawing/2014/main" id="{5B7BDDE5-61FA-6420-B827-2C44583754A7}"/>
                </a:ext>
              </a:extLst>
            </p:cNvPr>
            <p:cNvSpPr/>
            <p:nvPr/>
          </p:nvSpPr>
          <p:spPr>
            <a:xfrm>
              <a:off x="9189491" y="4361688"/>
              <a:ext cx="2407844" cy="274320"/>
            </a:xfrm>
            <a:prstGeom prst="rect">
              <a:avLst/>
            </a:prstGeom>
            <a:noFill/>
            <a:ln/>
          </p:spPr>
          <p:txBody>
            <a:bodyPr wrap="square" rtlCol="0" anchor="ctr"/>
            <a:lstStyle/>
            <a:p>
              <a:pPr marL="0" indent="0" algn="ctr">
                <a:buNone/>
              </a:pPr>
              <a:r>
                <a:rPr lang="en-US" sz="950" i="1" dirty="0">
                  <a:solidFill>
                    <a:srgbClr val="7A6A60"/>
                  </a:solidFill>
                  <a:latin typeface="Arial" pitchFamily="34" charset="0"/>
                  <a:ea typeface="Arial" pitchFamily="34" charset="-122"/>
                  <a:cs typeface="Arial" pitchFamily="34" charset="-120"/>
                </a:rPr>
                <a:t>Bản đồ cổ số hóa · Web</a:t>
              </a:r>
              <a:endParaRPr lang="en-US" sz="950" dirty="0"/>
            </a:p>
          </p:txBody>
        </p:sp>
        <p:sp>
          <p:nvSpPr>
            <p:cNvPr id="27" name="Shape 20">
              <a:extLst>
                <a:ext uri="{FF2B5EF4-FFF2-40B4-BE49-F238E27FC236}">
                  <a16:creationId xmlns:a16="http://schemas.microsoft.com/office/drawing/2014/main" id="{F8AC26A2-5DC6-06AD-95A1-55DB4DD84B1B}"/>
                </a:ext>
              </a:extLst>
            </p:cNvPr>
            <p:cNvSpPr/>
            <p:nvPr/>
          </p:nvSpPr>
          <p:spPr>
            <a:xfrm>
              <a:off x="9372371" y="4727448"/>
              <a:ext cx="2042084" cy="0"/>
            </a:xfrm>
            <a:prstGeom prst="line">
              <a:avLst/>
            </a:prstGeom>
            <a:noFill/>
            <a:ln w="9525">
              <a:solidFill>
                <a:srgbClr val="E0D5C8"/>
              </a:solidFill>
              <a:prstDash val="solid"/>
            </a:ln>
          </p:spPr>
        </p:sp>
        <p:sp>
          <p:nvSpPr>
            <p:cNvPr id="28" name="Text 21">
              <a:extLst>
                <a:ext uri="{FF2B5EF4-FFF2-40B4-BE49-F238E27FC236}">
                  <a16:creationId xmlns:a16="http://schemas.microsoft.com/office/drawing/2014/main" id="{F9A0745A-47B0-7DFA-261B-08573FF22710}"/>
                </a:ext>
              </a:extLst>
            </p:cNvPr>
            <p:cNvSpPr/>
            <p:nvPr/>
          </p:nvSpPr>
          <p:spPr>
            <a:xfrm>
              <a:off x="9299219" y="4846320"/>
              <a:ext cx="2224964" cy="1189481"/>
            </a:xfrm>
            <a:prstGeom prst="rect">
              <a:avLst/>
            </a:prstGeom>
            <a:noFill/>
            <a:ln/>
          </p:spPr>
          <p:txBody>
            <a:bodyPr wrap="square" rtlCol="0" anchor="t"/>
            <a:lstStyle/>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Kho bản đồ cổ độ phân giải cao</a:t>
              </a:r>
              <a:endParaRPr lang="en-US" sz="1300" dirty="0"/>
            </a:p>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Để xem &amp; tải về</a:t>
              </a:r>
              <a:endParaRPr lang="en-US" sz="1300" dirty="0"/>
            </a:p>
            <a:p>
              <a:pPr marL="182880" indent="-182880">
                <a:spcAft>
                  <a:spcPts val="600"/>
                </a:spcAft>
                <a:buSzPct val="100000"/>
                <a:buChar char="•"/>
              </a:pPr>
              <a:r>
                <a:rPr lang="en-US" sz="1300" dirty="0">
                  <a:solidFill>
                    <a:srgbClr val="2A1A1A"/>
                  </a:solidFill>
                  <a:latin typeface="Arial" pitchFamily="34" charset="0"/>
                  <a:ea typeface="Arial" pitchFamily="34" charset="-122"/>
                  <a:cs typeface="Arial" pitchFamily="34" charset="-120"/>
                </a:rPr>
                <a:t>Không học sự kiện theo tỉnh</a:t>
              </a:r>
              <a:endParaRPr lang="en-US" sz="1300" dirty="0"/>
            </a:p>
          </p:txBody>
        </p:sp>
      </p:grpSp>
      <p:sp>
        <p:nvSpPr>
          <p:cNvPr id="29" name="TextBox 28">
            <a:extLst>
              <a:ext uri="{FF2B5EF4-FFF2-40B4-BE49-F238E27FC236}">
                <a16:creationId xmlns:a16="http://schemas.microsoft.com/office/drawing/2014/main" id="{2CD2BA44-1CC6-2A63-578D-D09F64B01CFD}"/>
              </a:ext>
            </a:extLst>
          </p:cNvPr>
          <p:cNvSpPr txBox="1"/>
          <p:nvPr/>
        </p:nvSpPr>
        <p:spPr>
          <a:xfrm>
            <a:off x="752475" y="1142985"/>
            <a:ext cx="6096000" cy="369332"/>
          </a:xfrm>
          <a:prstGeom prst="rect">
            <a:avLst/>
          </a:prstGeom>
          <a:noFill/>
        </p:spPr>
        <p:txBody>
          <a:bodyPr wrap="square">
            <a:spAutoFit/>
          </a:bodyPr>
          <a:lstStyle/>
          <a:p>
            <a:r>
              <a:rPr lang="en-US" sz="1800" b="1">
                <a:solidFill>
                  <a:schemeClr val="tx1">
                    <a:lumMod val="75000"/>
                    <a:lumOff val="25000"/>
                  </a:schemeClr>
                </a:solidFill>
                <a:latin typeface="Cambria" pitchFamily="34" charset="0"/>
                <a:ea typeface="Cambria" pitchFamily="34" charset="-122"/>
                <a:cs typeface="Cambria" pitchFamily="34" charset="-120"/>
              </a:rPr>
              <a:t>Một số ứng dụng lịch sử hiện có</a:t>
            </a:r>
          </a:p>
        </p:txBody>
      </p:sp>
      <p:sp>
        <p:nvSpPr>
          <p:cNvPr id="30" name="Text 1">
            <a:extLst>
              <a:ext uri="{FF2B5EF4-FFF2-40B4-BE49-F238E27FC236}">
                <a16:creationId xmlns:a16="http://schemas.microsoft.com/office/drawing/2014/main" id="{899AA711-1C31-4C21-EECD-57064D3FF96C}"/>
              </a:ext>
            </a:extLst>
          </p:cNvPr>
          <p:cNvSpPr/>
          <p:nvPr/>
        </p:nvSpPr>
        <p:spPr>
          <a:xfrm>
            <a:off x="752475" y="1476757"/>
            <a:ext cx="11064240" cy="320040"/>
          </a:xfrm>
          <a:prstGeom prst="rect">
            <a:avLst/>
          </a:prstGeom>
          <a:noFill/>
          <a:ln/>
        </p:spPr>
        <p:txBody>
          <a:bodyPr wrap="square" rtlCol="0" anchor="ctr"/>
          <a:lstStyle/>
          <a:p>
            <a:pPr marL="0" indent="0">
              <a:buNone/>
            </a:pPr>
            <a:r>
              <a:rPr lang="en-US" sz="1600" i="1" dirty="0">
                <a:solidFill>
                  <a:srgbClr val="7A6A60"/>
                </a:solidFill>
                <a:latin typeface="Arial" pitchFamily="34" charset="0"/>
                <a:ea typeface="Arial" pitchFamily="34" charset="-122"/>
                <a:cs typeface="Arial" pitchFamily="34" charset="-120"/>
              </a:rPr>
              <a:t>Phần lớn trình bày dạng văn bản / dòng thời gian — chưa gắn sự kiện với bản đồ tương tác</a:t>
            </a:r>
            <a:endParaRPr lang="en-US" sz="1600" dirty="0"/>
          </a:p>
        </p:txBody>
      </p:sp>
      <p:pic>
        <p:nvPicPr>
          <p:cNvPr id="32" name="Picture 31">
            <a:extLst>
              <a:ext uri="{FF2B5EF4-FFF2-40B4-BE49-F238E27FC236}">
                <a16:creationId xmlns:a16="http://schemas.microsoft.com/office/drawing/2014/main" id="{E4ABDDC1-1050-5B59-4BF7-B8C4B6CFED25}"/>
              </a:ext>
            </a:extLst>
          </p:cNvPr>
          <p:cNvPicPr>
            <a:picLocks noChangeAspect="1"/>
          </p:cNvPicPr>
          <p:nvPr/>
        </p:nvPicPr>
        <p:blipFill>
          <a:blip r:embed="rId3"/>
          <a:stretch>
            <a:fillRect/>
          </a:stretch>
        </p:blipFill>
        <p:spPr>
          <a:xfrm>
            <a:off x="9737640" y="2221994"/>
            <a:ext cx="1538055" cy="2286294"/>
          </a:xfrm>
          <a:prstGeom prst="rect">
            <a:avLst/>
          </a:prstGeom>
        </p:spPr>
      </p:pic>
      <p:pic>
        <p:nvPicPr>
          <p:cNvPr id="34" name="Picture 33">
            <a:extLst>
              <a:ext uri="{FF2B5EF4-FFF2-40B4-BE49-F238E27FC236}">
                <a16:creationId xmlns:a16="http://schemas.microsoft.com/office/drawing/2014/main" id="{5B3B82F1-4E27-76D9-E915-4CDB1B1B248F}"/>
              </a:ext>
            </a:extLst>
          </p:cNvPr>
          <p:cNvPicPr>
            <a:picLocks noChangeAspect="1"/>
          </p:cNvPicPr>
          <p:nvPr/>
        </p:nvPicPr>
        <p:blipFill>
          <a:blip r:embed="rId4"/>
          <a:stretch>
            <a:fillRect/>
          </a:stretch>
        </p:blipFill>
        <p:spPr>
          <a:xfrm>
            <a:off x="6725442" y="2172846"/>
            <a:ext cx="1697296" cy="2335442"/>
          </a:xfrm>
          <a:prstGeom prst="rect">
            <a:avLst/>
          </a:prstGeom>
        </p:spPr>
      </p:pic>
      <p:pic>
        <p:nvPicPr>
          <p:cNvPr id="36" name="Picture 35">
            <a:extLst>
              <a:ext uri="{FF2B5EF4-FFF2-40B4-BE49-F238E27FC236}">
                <a16:creationId xmlns:a16="http://schemas.microsoft.com/office/drawing/2014/main" id="{794A225E-441D-70D1-CFCF-834EEF1192E2}"/>
              </a:ext>
            </a:extLst>
          </p:cNvPr>
          <p:cNvPicPr>
            <a:picLocks noChangeAspect="1"/>
          </p:cNvPicPr>
          <p:nvPr/>
        </p:nvPicPr>
        <p:blipFill>
          <a:blip r:embed="rId5"/>
          <a:stretch>
            <a:fillRect/>
          </a:stretch>
        </p:blipFill>
        <p:spPr>
          <a:xfrm>
            <a:off x="3892789" y="2130569"/>
            <a:ext cx="1556651" cy="2363240"/>
          </a:xfrm>
          <a:prstGeom prst="rect">
            <a:avLst/>
          </a:prstGeom>
        </p:spPr>
      </p:pic>
      <p:pic>
        <p:nvPicPr>
          <p:cNvPr id="40" name="Picture 39">
            <a:extLst>
              <a:ext uri="{FF2B5EF4-FFF2-40B4-BE49-F238E27FC236}">
                <a16:creationId xmlns:a16="http://schemas.microsoft.com/office/drawing/2014/main" id="{99FDDD1D-5C55-018B-A03F-2E2E22474096}"/>
              </a:ext>
            </a:extLst>
          </p:cNvPr>
          <p:cNvPicPr>
            <a:picLocks noChangeAspect="1"/>
          </p:cNvPicPr>
          <p:nvPr/>
        </p:nvPicPr>
        <p:blipFill>
          <a:blip r:embed="rId6"/>
          <a:stretch>
            <a:fillRect/>
          </a:stretch>
        </p:blipFill>
        <p:spPr>
          <a:xfrm>
            <a:off x="1093873" y="2186303"/>
            <a:ext cx="1500257" cy="2275969"/>
          </a:xfrm>
          <a:prstGeom prst="rect">
            <a:avLst/>
          </a:prstGeom>
        </p:spPr>
      </p:pic>
    </p:spTree>
    <p:extLst>
      <p:ext uri="{BB962C8B-B14F-4D97-AF65-F5344CB8AC3E}">
        <p14:creationId xmlns:p14="http://schemas.microsoft.com/office/powerpoint/2010/main" val="400398559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6EE"/>
        </a:solidFill>
        <a:effectLst/>
      </p:bgPr>
    </p:bg>
    <p:spTree>
      <p:nvGrpSpPr>
        <p:cNvPr id="1" name="">
          <a:extLst>
            <a:ext uri="{FF2B5EF4-FFF2-40B4-BE49-F238E27FC236}">
              <a16:creationId xmlns:a16="http://schemas.microsoft.com/office/drawing/2014/main" id="{F9EA988B-944D-F04A-9BCC-C056576B14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D51A80-BE38-846C-B5E5-DB777F75C4AE}"/>
              </a:ext>
            </a:extLst>
          </p:cNvPr>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4. So </a:t>
            </a:r>
            <a:r>
              <a:rPr lang="en-US" sz="3000" b="1" dirty="0">
                <a:solidFill>
                  <a:srgbClr val="8B1212"/>
                </a:solidFill>
                <a:latin typeface="Cambria" pitchFamily="34" charset="0"/>
                <a:ea typeface="Cambria" pitchFamily="34" charset="-122"/>
                <a:cs typeface="Cambria" pitchFamily="34" charset="-120"/>
              </a:rPr>
              <a:t>với các giải pháp khác</a:t>
            </a:r>
            <a:endParaRPr lang="en-US" sz="3000" dirty="0"/>
          </a:p>
        </p:txBody>
      </p:sp>
      <p:graphicFrame>
        <p:nvGraphicFramePr>
          <p:cNvPr id="12" name="Table 0">
            <a:extLst>
              <a:ext uri="{FF2B5EF4-FFF2-40B4-BE49-F238E27FC236}">
                <a16:creationId xmlns:a16="http://schemas.microsoft.com/office/drawing/2014/main" id="{DF198525-C572-71C9-D3FB-434A42FABC4B}"/>
              </a:ext>
            </a:extLst>
          </p:cNvPr>
          <p:cNvGraphicFramePr>
            <a:graphicFrameLocks noGrp="1"/>
          </p:cNvGraphicFramePr>
          <p:nvPr>
            <p:extLst>
              <p:ext uri="{D42A27DB-BD31-4B8C-83A1-F6EECF244321}">
                <p14:modId xmlns:p14="http://schemas.microsoft.com/office/powerpoint/2010/main" val="2599856047"/>
              </p:ext>
            </p:extLst>
          </p:nvPr>
        </p:nvGraphicFramePr>
        <p:xfrm>
          <a:off x="548640" y="1417320"/>
          <a:ext cx="11064240" cy="4490720"/>
        </p:xfrm>
        <a:graphic>
          <a:graphicData uri="http://schemas.openxmlformats.org/drawingml/2006/table">
            <a:tbl>
              <a:tblPr/>
              <a:tblGrid>
                <a:gridCol w="37490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48640">
                <a:tc>
                  <a:txBody>
                    <a:bodyPr/>
                    <a:lstStyle/>
                    <a:p>
                      <a:pPr marL="0" indent="0" algn="l">
                        <a:buNone/>
                      </a:pPr>
                      <a:r>
                        <a:rPr lang="en-US" sz="1800" b="1" dirty="0">
                          <a:solidFill>
                            <a:srgbClr val="FFFFFF"/>
                          </a:solidFill>
                          <a:latin typeface="Arial" pitchFamily="34" charset="0"/>
                          <a:ea typeface="Arial" pitchFamily="34" charset="-122"/>
                          <a:cs typeface="Arial" pitchFamily="34" charset="-120"/>
                        </a:rPr>
                        <a:t>Tiêu chí</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8B1212"/>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Sách giáo khoa</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8B1212"/>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PM thường</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8B1212"/>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Sản phẩm của chúng em</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8B1212"/>
                    </a:solidFill>
                  </a:tcPr>
                </a:tc>
                <a:extLst>
                  <a:ext uri="{0D108BD9-81ED-4DB2-BD59-A6C34878D82A}">
                    <a16:rowId xmlns:a16="http://schemas.microsoft.com/office/drawing/2014/main" val="10000"/>
                  </a:ext>
                </a:extLst>
              </a:tr>
              <a:tr h="548640">
                <a:tc>
                  <a:txBody>
                    <a:bodyPr/>
                    <a:lstStyle/>
                    <a:p>
                      <a:pPr marL="0" indent="0" algn="l">
                        <a:buNone/>
                      </a:pPr>
                      <a:r>
                        <a:rPr lang="en-US" sz="1800" dirty="0">
                          <a:solidFill>
                            <a:srgbClr val="2A1A1A"/>
                          </a:solidFill>
                          <a:latin typeface="Arial" pitchFamily="34" charset="0"/>
                          <a:ea typeface="Arial" pitchFamily="34" charset="-122"/>
                          <a:cs typeface="Arial" pitchFamily="34" charset="-120"/>
                        </a:rPr>
                        <a:t>Bản đồ tương tác</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Một số</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8B1212"/>
                          </a:solidFill>
                          <a:latin typeface="Arial" pitchFamily="34" charset="0"/>
                          <a:ea typeface="Arial" pitchFamily="34" charset="-122"/>
                          <a:cs typeface="Arial" pitchFamily="34" charset="-120"/>
                        </a:rPr>
                        <a:t>✔ Đầy đủ</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7E6E6"/>
                    </a:solidFill>
                  </a:tcPr>
                </a:tc>
                <a:extLst>
                  <a:ext uri="{0D108BD9-81ED-4DB2-BD59-A6C34878D82A}">
                    <a16:rowId xmlns:a16="http://schemas.microsoft.com/office/drawing/2014/main" val="10001"/>
                  </a:ext>
                </a:extLst>
              </a:tr>
              <a:tr h="548640">
                <a:tc>
                  <a:txBody>
                    <a:bodyPr/>
                    <a:lstStyle/>
                    <a:p>
                      <a:pPr marL="0" indent="0" algn="l">
                        <a:buNone/>
                      </a:pPr>
                      <a:r>
                        <a:rPr lang="en-US" sz="1800" dirty="0">
                          <a:solidFill>
                            <a:srgbClr val="2A1A1A"/>
                          </a:solidFill>
                          <a:latin typeface="Arial" pitchFamily="34" charset="0"/>
                          <a:ea typeface="Arial" pitchFamily="34" charset="-122"/>
                          <a:cs typeface="Arial" pitchFamily="34" charset="-120"/>
                        </a:rPr>
                        <a:t>Thuyết minh giọng nói</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b="1" dirty="0">
                          <a:solidFill>
                            <a:srgbClr val="8B1212"/>
                          </a:solidFill>
                          <a:latin typeface="Arial" pitchFamily="34" charset="0"/>
                          <a:ea typeface="Arial" pitchFamily="34" charset="-122"/>
                          <a:cs typeface="Arial" pitchFamily="34" charset="-120"/>
                        </a:rPr>
                        <a:t>✔ Có</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7E6E6"/>
                    </a:solidFill>
                  </a:tcPr>
                </a:tc>
                <a:extLst>
                  <a:ext uri="{0D108BD9-81ED-4DB2-BD59-A6C34878D82A}">
                    <a16:rowId xmlns:a16="http://schemas.microsoft.com/office/drawing/2014/main" val="10002"/>
                  </a:ext>
                </a:extLst>
              </a:tr>
              <a:tr h="548640">
                <a:tc>
                  <a:txBody>
                    <a:bodyPr/>
                    <a:lstStyle/>
                    <a:p>
                      <a:pPr marL="0" indent="0" algn="l">
                        <a:buNone/>
                      </a:pPr>
                      <a:r>
                        <a:rPr lang="en-US" sz="1800" dirty="0">
                          <a:solidFill>
                            <a:srgbClr val="2A1A1A"/>
                          </a:solidFill>
                          <a:latin typeface="Arial" pitchFamily="34" charset="0"/>
                          <a:ea typeface="Arial" pitchFamily="34" charset="-122"/>
                          <a:cs typeface="Arial" pitchFamily="34" charset="-120"/>
                        </a:rPr>
                        <a:t>Hình ảnh tư liệu</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Hạn chế</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Một số</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8B1212"/>
                          </a:solidFill>
                          <a:latin typeface="Arial" pitchFamily="34" charset="0"/>
                          <a:ea typeface="Arial" pitchFamily="34" charset="-122"/>
                          <a:cs typeface="Arial" pitchFamily="34" charset="-120"/>
                        </a:rPr>
                        <a:t>✔ Có</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7E6E6"/>
                    </a:solidFill>
                  </a:tcPr>
                </a:tc>
                <a:extLst>
                  <a:ext uri="{0D108BD9-81ED-4DB2-BD59-A6C34878D82A}">
                    <a16:rowId xmlns:a16="http://schemas.microsoft.com/office/drawing/2014/main" val="10003"/>
                  </a:ext>
                </a:extLst>
              </a:tr>
              <a:tr h="548640">
                <a:tc>
                  <a:txBody>
                    <a:bodyPr/>
                    <a:lstStyle/>
                    <a:p>
                      <a:pPr marL="0" indent="0" algn="l">
                        <a:buNone/>
                      </a:pPr>
                      <a:r>
                        <a:rPr lang="en-US" sz="1800" dirty="0">
                          <a:solidFill>
                            <a:srgbClr val="2A1A1A"/>
                          </a:solidFill>
                          <a:latin typeface="Arial" pitchFamily="34" charset="0"/>
                          <a:ea typeface="Arial" pitchFamily="34" charset="-122"/>
                          <a:cs typeface="Arial" pitchFamily="34" charset="-120"/>
                        </a:rPr>
                        <a:t>Timeline lọc giai đoạn</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b="1" dirty="0">
                          <a:solidFill>
                            <a:srgbClr val="8B1212"/>
                          </a:solidFill>
                          <a:latin typeface="Arial" pitchFamily="34" charset="0"/>
                          <a:ea typeface="Arial" pitchFamily="34" charset="-122"/>
                          <a:cs typeface="Arial" pitchFamily="34" charset="-120"/>
                        </a:rPr>
                        <a:t>✔ Độc đáo</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7E6E6"/>
                    </a:solidFill>
                  </a:tcPr>
                </a:tc>
                <a:extLst>
                  <a:ext uri="{0D108BD9-81ED-4DB2-BD59-A6C34878D82A}">
                    <a16:rowId xmlns:a16="http://schemas.microsoft.com/office/drawing/2014/main" val="10004"/>
                  </a:ext>
                </a:extLst>
              </a:tr>
              <a:tr h="548640">
                <a:tc>
                  <a:txBody>
                    <a:bodyPr/>
                    <a:lstStyle/>
                    <a:p>
                      <a:pPr marL="0" indent="0" algn="l">
                        <a:buNone/>
                      </a:pPr>
                      <a:r>
                        <a:rPr lang="en-US" sz="1800" dirty="0">
                          <a:solidFill>
                            <a:srgbClr val="2A1A1A"/>
                          </a:solidFill>
                          <a:latin typeface="Arial" pitchFamily="34" charset="0"/>
                          <a:ea typeface="Arial" pitchFamily="34" charset="-122"/>
                          <a:cs typeface="Arial" pitchFamily="34" charset="-120"/>
                        </a:rPr>
                        <a:t>Hành trình tự động</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8B1212"/>
                          </a:solidFill>
                          <a:latin typeface="Arial" pitchFamily="34" charset="0"/>
                          <a:ea typeface="Arial" pitchFamily="34" charset="-122"/>
                          <a:cs typeface="Arial" pitchFamily="34" charset="-120"/>
                        </a:rPr>
                        <a:t>✔ Độc đáo</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7E6E6"/>
                    </a:solidFill>
                  </a:tcPr>
                </a:tc>
                <a:extLst>
                  <a:ext uri="{0D108BD9-81ED-4DB2-BD59-A6C34878D82A}">
                    <a16:rowId xmlns:a16="http://schemas.microsoft.com/office/drawing/2014/main" val="10005"/>
                  </a:ext>
                </a:extLst>
              </a:tr>
              <a:tr h="548640">
                <a:tc>
                  <a:txBody>
                    <a:bodyPr/>
                    <a:lstStyle/>
                    <a:p>
                      <a:pPr marL="0" indent="0" algn="l">
                        <a:buNone/>
                      </a:pPr>
                      <a:r>
                        <a:rPr lang="en-US" sz="1800" dirty="0">
                          <a:solidFill>
                            <a:srgbClr val="2A1A1A"/>
                          </a:solidFill>
                          <a:latin typeface="Arial" pitchFamily="34" charset="0"/>
                          <a:ea typeface="Arial" pitchFamily="34" charset="-122"/>
                          <a:cs typeface="Arial" pitchFamily="34" charset="-120"/>
                        </a:rPr>
                        <a:t>Quiz kiểm tra</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a:solidFill>
                            <a:srgbClr val="2A1A1A"/>
                          </a:solidFill>
                          <a:latin typeface="Arial" pitchFamily="34" charset="0"/>
                          <a:ea typeface="Arial" pitchFamily="34" charset="-122"/>
                          <a:cs typeface="Arial" pitchFamily="34" charset="-120"/>
                        </a:rPr>
                        <a:t>Trắc nghiệm</a:t>
                      </a: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5EEE5"/>
                    </a:solidFill>
                  </a:tcPr>
                </a:tc>
                <a:tc>
                  <a:txBody>
                    <a:bodyPr/>
                    <a:lstStyle/>
                    <a:p>
                      <a:pPr marL="0" indent="0" algn="ctr">
                        <a:buNone/>
                      </a:pPr>
                      <a:r>
                        <a:rPr lang="en-US" sz="1800" b="1" dirty="0">
                          <a:solidFill>
                            <a:srgbClr val="8B1212"/>
                          </a:solidFill>
                          <a:latin typeface="Arial" pitchFamily="34" charset="0"/>
                          <a:ea typeface="Arial" pitchFamily="34" charset="-122"/>
                          <a:cs typeface="Arial" pitchFamily="34" charset="-120"/>
                        </a:rPr>
                        <a:t>✔ Độc đáo</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7E6E6"/>
                    </a:solidFill>
                  </a:tcPr>
                </a:tc>
                <a:extLst>
                  <a:ext uri="{0D108BD9-81ED-4DB2-BD59-A6C34878D82A}">
                    <a16:rowId xmlns:a16="http://schemas.microsoft.com/office/drawing/2014/main" val="10006"/>
                  </a:ext>
                </a:extLst>
              </a:tr>
              <a:tr h="548640">
                <a:tc>
                  <a:txBody>
                    <a:bodyPr/>
                    <a:lstStyle/>
                    <a:p>
                      <a:pPr marL="0" indent="0" algn="l">
                        <a:buNone/>
                      </a:pPr>
                      <a:r>
                        <a:rPr lang="en-US" sz="1800" dirty="0">
                          <a:solidFill>
                            <a:srgbClr val="2A1A1A"/>
                          </a:solidFill>
                          <a:latin typeface="Arial" pitchFamily="34" charset="0"/>
                          <a:ea typeface="Arial" pitchFamily="34" charset="-122"/>
                          <a:cs typeface="Arial" pitchFamily="34" charset="-120"/>
                        </a:rPr>
                        <a:t>Cập nhật sáp nhập 2025</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A1A1A"/>
                          </a:solidFill>
                          <a:latin typeface="Arial" pitchFamily="34" charset="0"/>
                          <a:ea typeface="Arial" pitchFamily="34" charset="-122"/>
                          <a:cs typeface="Arial" pitchFamily="34" charset="-120"/>
                        </a:rPr>
                        <a:t>✗</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8B1212"/>
                          </a:solidFill>
                          <a:latin typeface="Arial" pitchFamily="34" charset="0"/>
                          <a:ea typeface="Arial" pitchFamily="34" charset="-122"/>
                          <a:cs typeface="Arial" pitchFamily="34" charset="-120"/>
                        </a:rPr>
                        <a:t>✔ Có</a:t>
                      </a:r>
                      <a:endParaRPr lang="en-US" sz="1800" dirty="0">
                        <a:latin typeface="Arial" charset="0"/>
                        <a:ea typeface="Arial" charset="0"/>
                        <a:cs typeface="Arial" charset="0"/>
                      </a:endParaRPr>
                    </a:p>
                  </a:txBody>
                  <a:tcPr marL="76200" marR="76200" marT="50800" marB="50800" anchor="ctr">
                    <a:lnL w="6350" cap="flat" cmpd="sng" algn="ctr">
                      <a:solidFill>
                        <a:srgbClr val="E0D5C8"/>
                      </a:solidFill>
                      <a:prstDash val="solid"/>
                      <a:round/>
                      <a:headEnd type="none" w="med" len="med"/>
                      <a:tailEnd type="none" w="med" len="med"/>
                    </a:lnL>
                    <a:lnR w="6350" cap="flat" cmpd="sng" algn="ctr">
                      <a:solidFill>
                        <a:srgbClr val="E0D5C8"/>
                      </a:solidFill>
                      <a:prstDash val="solid"/>
                      <a:round/>
                      <a:headEnd type="none" w="med" len="med"/>
                      <a:tailEnd type="none" w="med" len="med"/>
                    </a:lnR>
                    <a:lnT w="6350" cap="flat" cmpd="sng" algn="ctr">
                      <a:solidFill>
                        <a:srgbClr val="E0D5C8"/>
                      </a:solidFill>
                      <a:prstDash val="solid"/>
                      <a:round/>
                      <a:headEnd type="none" w="med" len="med"/>
                      <a:tailEnd type="none" w="med" len="med"/>
                    </a:lnT>
                    <a:lnB w="6350" cap="flat" cmpd="sng" algn="ctr">
                      <a:solidFill>
                        <a:srgbClr val="E0D5C8"/>
                      </a:solidFill>
                      <a:prstDash val="solid"/>
                      <a:round/>
                      <a:headEnd type="none" w="med" len="med"/>
                      <a:tailEnd type="none" w="med" len="med"/>
                    </a:lnB>
                    <a:solidFill>
                      <a:srgbClr val="F7E6E6"/>
                    </a:solidFill>
                  </a:tcPr>
                </a:tc>
                <a:extLst>
                  <a:ext uri="{0D108BD9-81ED-4DB2-BD59-A6C34878D82A}">
                    <a16:rowId xmlns:a16="http://schemas.microsoft.com/office/drawing/2014/main" val="10007"/>
                  </a:ext>
                </a:extLst>
              </a:tr>
            </a:tbl>
          </a:graphicData>
        </a:graphic>
      </p:graphicFrame>
      <p:cxnSp>
        <p:nvCxnSpPr>
          <p:cNvPr id="3" name="Straight Connector 2">
            <a:extLst>
              <a:ext uri="{FF2B5EF4-FFF2-40B4-BE49-F238E27FC236}">
                <a16:creationId xmlns:a16="http://schemas.microsoft.com/office/drawing/2014/main" id="{5850A17C-5787-C42B-7C72-01CBB1486662}"/>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34693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6EE"/>
        </a:solidFill>
        <a:effectLst/>
      </p:bgPr>
    </p:bg>
    <p:spTree>
      <p:nvGrpSpPr>
        <p:cNvPr id="1" name=""/>
        <p:cNvGrpSpPr/>
        <p:nvPr/>
      </p:nvGrpSpPr>
      <p:grpSpPr>
        <a:xfrm>
          <a:off x="0" y="0"/>
          <a:ext cx="0" cy="0"/>
          <a:chOff x="0" y="0"/>
          <a:chExt cx="0" cy="0"/>
        </a:xfrm>
      </p:grpSpPr>
      <p:sp>
        <p:nvSpPr>
          <p:cNvPr id="13" name="Shape 9"/>
          <p:cNvSpPr/>
          <p:nvPr/>
        </p:nvSpPr>
        <p:spPr>
          <a:xfrm>
            <a:off x="8046720" y="1371600"/>
            <a:ext cx="3611880" cy="4754880"/>
          </a:xfrm>
          <a:prstGeom prst="roundRect">
            <a:avLst>
              <a:gd name="adj" fmla="val 2532"/>
            </a:avLst>
          </a:prstGeom>
          <a:solidFill>
            <a:srgbClr val="FFFFFF"/>
          </a:solidFill>
          <a:ln/>
          <a:effectLst>
            <a:outerShdw blurRad="101600" dist="38100" dir="5400000" algn="bl" rotWithShape="0">
              <a:srgbClr val="000000">
                <a:alpha val="18000"/>
              </a:srgbClr>
            </a:outerShdw>
          </a:effectLst>
        </p:spPr>
      </p:sp>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000" b="1">
                <a:solidFill>
                  <a:srgbClr val="8B1212"/>
                </a:solidFill>
                <a:latin typeface="Cambria" pitchFamily="34" charset="0"/>
                <a:ea typeface="Cambria" pitchFamily="34" charset="-122"/>
                <a:cs typeface="Cambria" pitchFamily="34" charset="-120"/>
              </a:rPr>
              <a:t>5. Kết luận &amp; </a:t>
            </a:r>
            <a:r>
              <a:rPr lang="en-US" sz="3000" b="1" dirty="0">
                <a:solidFill>
                  <a:srgbClr val="8B1212"/>
                </a:solidFill>
                <a:latin typeface="Cambria" pitchFamily="34" charset="0"/>
                <a:ea typeface="Cambria" pitchFamily="34" charset="-122"/>
                <a:cs typeface="Cambria" pitchFamily="34" charset="-120"/>
              </a:rPr>
              <a:t>hướng phát triển</a:t>
            </a:r>
            <a:endParaRPr lang="en-US" sz="3000" dirty="0"/>
          </a:p>
        </p:txBody>
      </p:sp>
      <p:grpSp>
        <p:nvGrpSpPr>
          <p:cNvPr id="20" name="Group 19">
            <a:extLst>
              <a:ext uri="{FF2B5EF4-FFF2-40B4-BE49-F238E27FC236}">
                <a16:creationId xmlns:a16="http://schemas.microsoft.com/office/drawing/2014/main" id="{7B0226D7-EB44-0AF9-5308-3C4C0CD67D50}"/>
              </a:ext>
            </a:extLst>
          </p:cNvPr>
          <p:cNvGrpSpPr/>
          <p:nvPr/>
        </p:nvGrpSpPr>
        <p:grpSpPr>
          <a:xfrm>
            <a:off x="548640" y="1371600"/>
            <a:ext cx="3520440" cy="4754880"/>
            <a:chOff x="548640" y="1371600"/>
            <a:chExt cx="3520440" cy="4754880"/>
          </a:xfrm>
        </p:grpSpPr>
        <p:sp>
          <p:nvSpPr>
            <p:cNvPr id="3" name="Shape 1"/>
            <p:cNvSpPr/>
            <p:nvPr/>
          </p:nvSpPr>
          <p:spPr>
            <a:xfrm>
              <a:off x="548640" y="1371600"/>
              <a:ext cx="3520440" cy="4754880"/>
            </a:xfrm>
            <a:prstGeom prst="roundRect">
              <a:avLst>
                <a:gd name="adj" fmla="val 2597"/>
              </a:avLst>
            </a:prstGeom>
            <a:solidFill>
              <a:srgbClr val="FFFFFF"/>
            </a:solidFill>
            <a:ln/>
            <a:effectLst>
              <a:outerShdw blurRad="101600" dist="38100" dir="5400000" algn="bl" rotWithShape="0">
                <a:srgbClr val="000000">
                  <a:alpha val="18000"/>
                </a:srgbClr>
              </a:outerShdw>
            </a:effectLst>
          </p:spPr>
        </p:sp>
        <p:sp>
          <p:nvSpPr>
            <p:cNvPr id="4" name="Shape 2"/>
            <p:cNvSpPr/>
            <p:nvPr/>
          </p:nvSpPr>
          <p:spPr>
            <a:xfrm>
              <a:off x="868680" y="1645920"/>
              <a:ext cx="731520" cy="731520"/>
            </a:xfrm>
            <a:prstGeom prst="ellipse">
              <a:avLst/>
            </a:prstGeom>
            <a:solidFill>
              <a:srgbClr val="EFD9D9"/>
            </a:solidFill>
            <a:ln/>
            <a:effectLst>
              <a:outerShdw blurRad="76200" dist="25400" dir="5400000" algn="bl" rotWithShape="0">
                <a:srgbClr val="000000">
                  <a:alpha val="16000"/>
                </a:srgbClr>
              </a:outerShdw>
            </a:effectLst>
          </p:spPr>
        </p:sp>
        <p:pic>
          <p:nvPicPr>
            <p:cNvPr id="5" name="Image 0" descr="preencoded.png"/>
            <p:cNvPicPr>
              <a:picLocks noChangeAspect="1"/>
            </p:cNvPicPr>
            <p:nvPr/>
          </p:nvPicPr>
          <p:blipFill>
            <a:blip r:embed="rId3"/>
            <a:stretch>
              <a:fillRect/>
            </a:stretch>
          </p:blipFill>
          <p:spPr>
            <a:xfrm>
              <a:off x="1051560" y="1828800"/>
              <a:ext cx="365760" cy="365760"/>
            </a:xfrm>
            <a:prstGeom prst="rect">
              <a:avLst/>
            </a:prstGeom>
          </p:spPr>
        </p:pic>
        <p:sp>
          <p:nvSpPr>
            <p:cNvPr id="6" name="Text 3"/>
            <p:cNvSpPr/>
            <p:nvPr/>
          </p:nvSpPr>
          <p:spPr>
            <a:xfrm>
              <a:off x="1691640" y="1755648"/>
              <a:ext cx="2286000" cy="457200"/>
            </a:xfrm>
            <a:prstGeom prst="rect">
              <a:avLst/>
            </a:prstGeom>
            <a:noFill/>
            <a:ln/>
          </p:spPr>
          <p:txBody>
            <a:bodyPr wrap="square" rtlCol="0" anchor="ctr"/>
            <a:lstStyle/>
            <a:p>
              <a:pPr marL="0" indent="0">
                <a:buNone/>
              </a:pPr>
              <a:r>
                <a:rPr lang="en-US" sz="2000" b="1" dirty="0">
                  <a:solidFill>
                    <a:srgbClr val="8B1212"/>
                  </a:solidFill>
                  <a:latin typeface="Cambria" pitchFamily="34" charset="0"/>
                  <a:ea typeface="Cambria" pitchFamily="34" charset="-122"/>
                  <a:cs typeface="Cambria" pitchFamily="34" charset="-120"/>
                </a:rPr>
                <a:t>Ứng dụng</a:t>
              </a:r>
              <a:endParaRPr lang="en-US" sz="2000" dirty="0"/>
            </a:p>
          </p:txBody>
        </p:sp>
        <p:sp>
          <p:nvSpPr>
            <p:cNvPr id="7" name="Text 4"/>
            <p:cNvSpPr/>
            <p:nvPr/>
          </p:nvSpPr>
          <p:spPr>
            <a:xfrm>
              <a:off x="868680" y="2606040"/>
              <a:ext cx="2971800" cy="3383280"/>
            </a:xfrm>
            <a:prstGeom prst="rect">
              <a:avLst/>
            </a:prstGeom>
            <a:noFill/>
            <a:ln/>
          </p:spPr>
          <p:txBody>
            <a:bodyPr wrap="square" rtlCol="0" anchor="t"/>
            <a:lstStyle/>
            <a:p>
              <a:pPr marL="342900" indent="-342900" algn="just">
                <a:spcAft>
                  <a:spcPts val="1100"/>
                </a:spcAft>
                <a:buSzPct val="100000"/>
                <a:buChar char="•"/>
              </a:pPr>
              <a:r>
                <a:rPr lang="en-US" dirty="0">
                  <a:solidFill>
                    <a:srgbClr val="2A1A1A"/>
                  </a:solidFill>
                  <a:latin typeface="Arial" pitchFamily="34" charset="0"/>
                  <a:ea typeface="Arial" pitchFamily="34" charset="-122"/>
                  <a:cs typeface="Arial" pitchFamily="34" charset="-120"/>
                </a:rPr>
                <a:t>Dạy học số môn Lịch sử &amp; Địa lý THCS</a:t>
              </a:r>
              <a:endParaRPr lang="en-US" dirty="0"/>
            </a:p>
            <a:p>
              <a:pPr marL="342900" indent="-342900" algn="just">
                <a:spcAft>
                  <a:spcPts val="1100"/>
                </a:spcAft>
                <a:buSzPct val="100000"/>
                <a:buChar char="•"/>
              </a:pPr>
              <a:r>
                <a:rPr lang="en-US" dirty="0">
                  <a:solidFill>
                    <a:srgbClr val="2A1A1A"/>
                  </a:solidFill>
                  <a:latin typeface="Arial" pitchFamily="34" charset="0"/>
                  <a:ea typeface="Arial" pitchFamily="34" charset="-122"/>
                  <a:cs typeface="Arial" pitchFamily="34" charset="-120"/>
                </a:rPr>
                <a:t>Tài nguyên tự học miễn phí</a:t>
              </a:r>
              <a:endParaRPr lang="en-US" dirty="0"/>
            </a:p>
            <a:p>
              <a:pPr marL="342900" indent="-342900" algn="just">
                <a:spcAft>
                  <a:spcPts val="1100"/>
                </a:spcAft>
                <a:buSzPct val="100000"/>
                <a:buChar char="•"/>
              </a:pPr>
              <a:r>
                <a:rPr lang="en-US" dirty="0">
                  <a:solidFill>
                    <a:srgbClr val="2A1A1A"/>
                  </a:solidFill>
                  <a:latin typeface="Arial" pitchFamily="34" charset="0"/>
                  <a:ea typeface="Arial" pitchFamily="34" charset="-122"/>
                  <a:cs typeface="Arial" pitchFamily="34" charset="-120"/>
                </a:rPr>
                <a:t>Giới thiệu văn hóa địa phương cho </a:t>
              </a:r>
              <a:r>
                <a:rPr lang="en-US">
                  <a:solidFill>
                    <a:srgbClr val="2A1A1A"/>
                  </a:solidFill>
                  <a:latin typeface="Arial" pitchFamily="34" charset="0"/>
                  <a:ea typeface="Arial" pitchFamily="34" charset="-122"/>
                  <a:cs typeface="Arial" pitchFamily="34" charset="-120"/>
                </a:rPr>
                <a:t>du khách</a:t>
              </a:r>
              <a:endParaRPr lang="en-US" dirty="0"/>
            </a:p>
          </p:txBody>
        </p:sp>
      </p:grpSp>
      <p:sp>
        <p:nvSpPr>
          <p:cNvPr id="8" name="Shape 5"/>
          <p:cNvSpPr/>
          <p:nvPr/>
        </p:nvSpPr>
        <p:spPr>
          <a:xfrm>
            <a:off x="4297680" y="1371600"/>
            <a:ext cx="3520440" cy="4754880"/>
          </a:xfrm>
          <a:prstGeom prst="roundRect">
            <a:avLst>
              <a:gd name="adj" fmla="val 2597"/>
            </a:avLst>
          </a:prstGeom>
          <a:solidFill>
            <a:srgbClr val="8B1212"/>
          </a:solidFill>
          <a:ln/>
          <a:effectLst>
            <a:outerShdw blurRad="101600" dist="38100" dir="5400000" algn="bl" rotWithShape="0">
              <a:srgbClr val="000000">
                <a:alpha val="18000"/>
              </a:srgbClr>
            </a:outerShdw>
          </a:effectLst>
        </p:spPr>
      </p:sp>
      <p:grpSp>
        <p:nvGrpSpPr>
          <p:cNvPr id="21" name="Group 20">
            <a:extLst>
              <a:ext uri="{FF2B5EF4-FFF2-40B4-BE49-F238E27FC236}">
                <a16:creationId xmlns:a16="http://schemas.microsoft.com/office/drawing/2014/main" id="{246A1E75-DD7C-6187-28F9-FBB9B9EC9874}"/>
              </a:ext>
            </a:extLst>
          </p:cNvPr>
          <p:cNvGrpSpPr/>
          <p:nvPr/>
        </p:nvGrpSpPr>
        <p:grpSpPr>
          <a:xfrm>
            <a:off x="8298180" y="1653540"/>
            <a:ext cx="3108960" cy="4343400"/>
            <a:chOff x="4617720" y="1645920"/>
            <a:chExt cx="3108960" cy="4343400"/>
          </a:xfrm>
        </p:grpSpPr>
        <p:sp>
          <p:nvSpPr>
            <p:cNvPr id="9" name="Shape 6"/>
            <p:cNvSpPr/>
            <p:nvPr/>
          </p:nvSpPr>
          <p:spPr>
            <a:xfrm>
              <a:off x="4617720" y="1645920"/>
              <a:ext cx="731520" cy="731520"/>
            </a:xfrm>
            <a:prstGeom prst="ellipse">
              <a:avLst/>
            </a:prstGeom>
            <a:solidFill>
              <a:srgbClr val="F0C040"/>
            </a:solidFill>
            <a:ln/>
            <a:effectLst>
              <a:outerShdw blurRad="76200" dist="25400" dir="5400000" algn="bl" rotWithShape="0">
                <a:srgbClr val="000000">
                  <a:alpha val="16000"/>
                </a:srgbClr>
              </a:outerShdw>
            </a:effectLst>
          </p:spPr>
        </p:sp>
        <p:pic>
          <p:nvPicPr>
            <p:cNvPr id="10" name="Image 1" descr="preencoded.png"/>
            <p:cNvPicPr>
              <a:picLocks noChangeAspect="1"/>
            </p:cNvPicPr>
            <p:nvPr/>
          </p:nvPicPr>
          <p:blipFill>
            <a:blip r:embed="rId4"/>
            <a:stretch>
              <a:fillRect/>
            </a:stretch>
          </p:blipFill>
          <p:spPr>
            <a:xfrm>
              <a:off x="4800600" y="1828800"/>
              <a:ext cx="365760" cy="365760"/>
            </a:xfrm>
            <a:prstGeom prst="rect">
              <a:avLst/>
            </a:prstGeom>
          </p:spPr>
        </p:pic>
        <p:sp>
          <p:nvSpPr>
            <p:cNvPr id="11" name="Text 7"/>
            <p:cNvSpPr/>
            <p:nvPr/>
          </p:nvSpPr>
          <p:spPr>
            <a:xfrm>
              <a:off x="5440680" y="1755648"/>
              <a:ext cx="2286000" cy="457200"/>
            </a:xfrm>
            <a:prstGeom prst="rect">
              <a:avLst/>
            </a:prstGeom>
            <a:noFill/>
            <a:ln/>
          </p:spPr>
          <p:txBody>
            <a:bodyPr wrap="square" rtlCol="0" anchor="ctr"/>
            <a:lstStyle/>
            <a:p>
              <a:pPr marL="0" indent="0">
                <a:buNone/>
              </a:pPr>
              <a:r>
                <a:rPr lang="en-US" sz="1900" b="1">
                  <a:solidFill>
                    <a:srgbClr val="8B1212"/>
                  </a:solidFill>
                  <a:latin typeface="Cambria" pitchFamily="34" charset="0"/>
                  <a:ea typeface="Cambria" pitchFamily="34" charset="-122"/>
                  <a:cs typeface="Cambria" pitchFamily="34" charset="-120"/>
                </a:rPr>
                <a:t>Hướng phát </a:t>
              </a:r>
              <a:r>
                <a:rPr lang="en-US" sz="1900" b="1" dirty="0">
                  <a:solidFill>
                    <a:srgbClr val="8B1212"/>
                  </a:solidFill>
                  <a:latin typeface="Cambria" pitchFamily="34" charset="0"/>
                  <a:ea typeface="Cambria" pitchFamily="34" charset="-122"/>
                  <a:cs typeface="Cambria" pitchFamily="34" charset="-120"/>
                </a:rPr>
                <a:t>triển</a:t>
              </a:r>
              <a:endParaRPr lang="en-US" sz="1900" dirty="0">
                <a:solidFill>
                  <a:srgbClr val="8B1212"/>
                </a:solidFill>
              </a:endParaRPr>
            </a:p>
          </p:txBody>
        </p:sp>
        <p:sp>
          <p:nvSpPr>
            <p:cNvPr id="12" name="Text 8"/>
            <p:cNvSpPr/>
            <p:nvPr/>
          </p:nvSpPr>
          <p:spPr>
            <a:xfrm>
              <a:off x="4617720" y="2606040"/>
              <a:ext cx="3025140" cy="3383280"/>
            </a:xfrm>
            <a:prstGeom prst="rect">
              <a:avLst/>
            </a:prstGeom>
            <a:noFill/>
            <a:ln/>
          </p:spPr>
          <p:txBody>
            <a:bodyPr wrap="square" rtlCol="0" anchor="t"/>
            <a:lstStyle/>
            <a:p>
              <a:pPr marL="342900" indent="-342900" algn="just">
                <a:spcAft>
                  <a:spcPts val="1100"/>
                </a:spcAft>
                <a:buSzPct val="100000"/>
                <a:buChar char="•"/>
              </a:pPr>
              <a:r>
                <a:rPr lang="en-US" dirty="0">
                  <a:solidFill>
                    <a:srgbClr val="2A1A1A"/>
                  </a:solidFill>
                  <a:latin typeface="Arial" pitchFamily="34" charset="0"/>
                  <a:ea typeface="Arial" pitchFamily="34" charset="-122"/>
                  <a:cs typeface="Arial" pitchFamily="34" charset="-120"/>
                </a:rPr>
                <a:t>Bổ sung dữ </a:t>
              </a:r>
              <a:r>
                <a:rPr lang="en-US">
                  <a:solidFill>
                    <a:srgbClr val="2A1A1A"/>
                  </a:solidFill>
                  <a:latin typeface="Arial" pitchFamily="34" charset="0"/>
                  <a:ea typeface="Arial" pitchFamily="34" charset="-122"/>
                  <a:cs typeface="Arial" pitchFamily="34" charset="-120"/>
                </a:rPr>
                <a:t>liệu đầy đủ các </a:t>
              </a:r>
              <a:r>
                <a:rPr lang="en-US" dirty="0">
                  <a:solidFill>
                    <a:srgbClr val="2A1A1A"/>
                  </a:solidFill>
                  <a:latin typeface="Arial" pitchFamily="34" charset="0"/>
                  <a:ea typeface="Arial" pitchFamily="34" charset="-122"/>
                  <a:cs typeface="Arial" pitchFamily="34" charset="-120"/>
                </a:rPr>
                <a:t>tỉnh thành</a:t>
              </a:r>
              <a:endParaRPr lang="en-US" dirty="0">
                <a:solidFill>
                  <a:srgbClr val="2A1A1A"/>
                </a:solidFill>
              </a:endParaRPr>
            </a:p>
            <a:p>
              <a:pPr marL="342900" indent="-342900" algn="just">
                <a:spcAft>
                  <a:spcPts val="1100"/>
                </a:spcAft>
                <a:buSzPct val="100000"/>
                <a:buChar char="•"/>
              </a:pPr>
              <a:r>
                <a:rPr lang="en-US">
                  <a:solidFill>
                    <a:srgbClr val="2A1A1A"/>
                  </a:solidFill>
                  <a:latin typeface="Arial" pitchFamily="34" charset="0"/>
                  <a:ea typeface="Arial" pitchFamily="34" charset="-122"/>
                  <a:cs typeface="Arial" pitchFamily="34" charset="-120"/>
                </a:rPr>
                <a:t>Phát triển phiên </a:t>
              </a:r>
              <a:r>
                <a:rPr lang="en-US" dirty="0">
                  <a:solidFill>
                    <a:srgbClr val="2A1A1A"/>
                  </a:solidFill>
                  <a:latin typeface="Arial" pitchFamily="34" charset="0"/>
                  <a:ea typeface="Arial" pitchFamily="34" charset="-122"/>
                  <a:cs typeface="Arial" pitchFamily="34" charset="-120"/>
                </a:rPr>
                <a:t>bản đa ngôn ngữ (tiếng Anh)</a:t>
              </a:r>
              <a:endParaRPr lang="en-US" dirty="0">
                <a:solidFill>
                  <a:srgbClr val="2A1A1A"/>
                </a:solidFill>
              </a:endParaRPr>
            </a:p>
            <a:p>
              <a:pPr marL="342900" indent="-342900" algn="just">
                <a:spcAft>
                  <a:spcPts val="1100"/>
                </a:spcAft>
                <a:buSzPct val="100000"/>
                <a:buChar char="•"/>
              </a:pPr>
              <a:r>
                <a:rPr lang="en-US" dirty="0">
                  <a:solidFill>
                    <a:srgbClr val="2A1A1A"/>
                  </a:solidFill>
                  <a:latin typeface="Arial" pitchFamily="34" charset="0"/>
                  <a:ea typeface="Arial" pitchFamily="34" charset="-122"/>
                  <a:cs typeface="Arial" pitchFamily="34" charset="-120"/>
                </a:rPr>
                <a:t>Giới thiệu lịch sử Việt Nam ra </a:t>
              </a:r>
              <a:r>
                <a:rPr lang="en-US">
                  <a:solidFill>
                    <a:srgbClr val="2A1A1A"/>
                  </a:solidFill>
                  <a:latin typeface="Arial" pitchFamily="34" charset="0"/>
                  <a:ea typeface="Arial" pitchFamily="34" charset="-122"/>
                  <a:cs typeface="Arial" pitchFamily="34" charset="-120"/>
                </a:rPr>
                <a:t>quốc tế</a:t>
              </a:r>
            </a:p>
            <a:p>
              <a:pPr marL="342900" indent="-342900" algn="just">
                <a:buSzPct val="100000"/>
                <a:buChar char="•"/>
              </a:pPr>
              <a:r>
                <a:rPr lang="en-US">
                  <a:solidFill>
                    <a:srgbClr val="2A1A1A"/>
                  </a:solidFill>
                  <a:latin typeface="Arial" pitchFamily="34" charset="0"/>
                  <a:ea typeface="Arial" pitchFamily="34" charset="-122"/>
                  <a:cs typeface="Arial" pitchFamily="34" charset="-120"/>
                </a:rPr>
                <a:t>Chế độ offline hoàn toàn</a:t>
              </a:r>
              <a:endParaRPr lang="en-US" dirty="0">
                <a:solidFill>
                  <a:srgbClr val="2A1A1A"/>
                </a:solidFill>
              </a:endParaRPr>
            </a:p>
          </p:txBody>
        </p:sp>
      </p:grpSp>
      <p:grpSp>
        <p:nvGrpSpPr>
          <p:cNvPr id="22" name="Group 21">
            <a:extLst>
              <a:ext uri="{FF2B5EF4-FFF2-40B4-BE49-F238E27FC236}">
                <a16:creationId xmlns:a16="http://schemas.microsoft.com/office/drawing/2014/main" id="{D85274CE-C33F-860A-DDD9-B8F4B161B9D8}"/>
              </a:ext>
            </a:extLst>
          </p:cNvPr>
          <p:cNvGrpSpPr/>
          <p:nvPr/>
        </p:nvGrpSpPr>
        <p:grpSpPr>
          <a:xfrm>
            <a:off x="4503420" y="1645920"/>
            <a:ext cx="3108960" cy="4343400"/>
            <a:chOff x="8366760" y="1645920"/>
            <a:chExt cx="3108960" cy="4343400"/>
          </a:xfrm>
        </p:grpSpPr>
        <p:sp>
          <p:nvSpPr>
            <p:cNvPr id="14" name="Shape 10"/>
            <p:cNvSpPr/>
            <p:nvPr/>
          </p:nvSpPr>
          <p:spPr>
            <a:xfrm>
              <a:off x="8366760" y="1645920"/>
              <a:ext cx="731520" cy="731520"/>
            </a:xfrm>
            <a:prstGeom prst="ellipse">
              <a:avLst/>
            </a:prstGeom>
            <a:solidFill>
              <a:srgbClr val="EFD9D9"/>
            </a:solidFill>
            <a:ln/>
            <a:effectLst>
              <a:outerShdw blurRad="76200" dist="25400" dir="5400000" algn="bl" rotWithShape="0">
                <a:srgbClr val="000000">
                  <a:alpha val="16000"/>
                </a:srgbClr>
              </a:outerShdw>
            </a:effectLst>
          </p:spPr>
        </p:sp>
        <p:pic>
          <p:nvPicPr>
            <p:cNvPr id="15" name="Image 2" descr="preencoded.png"/>
            <p:cNvPicPr>
              <a:picLocks noChangeAspect="1"/>
            </p:cNvPicPr>
            <p:nvPr/>
          </p:nvPicPr>
          <p:blipFill>
            <a:blip r:embed="rId5"/>
            <a:stretch>
              <a:fillRect/>
            </a:stretch>
          </p:blipFill>
          <p:spPr>
            <a:xfrm>
              <a:off x="8549640" y="1828800"/>
              <a:ext cx="365760" cy="365760"/>
            </a:xfrm>
            <a:prstGeom prst="rect">
              <a:avLst/>
            </a:prstGeom>
          </p:spPr>
        </p:pic>
        <p:sp>
          <p:nvSpPr>
            <p:cNvPr id="16" name="Text 11"/>
            <p:cNvSpPr/>
            <p:nvPr/>
          </p:nvSpPr>
          <p:spPr>
            <a:xfrm>
              <a:off x="9189720" y="1755648"/>
              <a:ext cx="2286000" cy="457200"/>
            </a:xfrm>
            <a:prstGeom prst="rect">
              <a:avLst/>
            </a:prstGeom>
            <a:noFill/>
            <a:ln/>
          </p:spPr>
          <p:txBody>
            <a:bodyPr wrap="square" rtlCol="0" anchor="ctr"/>
            <a:lstStyle/>
            <a:p>
              <a:pPr marL="0" indent="0">
                <a:buNone/>
              </a:pPr>
              <a:r>
                <a:rPr lang="en-US" sz="2000" b="1" dirty="0">
                  <a:solidFill>
                    <a:srgbClr val="F0C040"/>
                  </a:solidFill>
                  <a:latin typeface="Cambria" pitchFamily="34" charset="0"/>
                  <a:ea typeface="Cambria" pitchFamily="34" charset="-122"/>
                  <a:cs typeface="Cambria" pitchFamily="34" charset="-120"/>
                </a:rPr>
                <a:t>Hạn chế</a:t>
              </a:r>
              <a:endParaRPr lang="en-US" sz="2000" dirty="0">
                <a:solidFill>
                  <a:srgbClr val="F0C040"/>
                </a:solidFill>
              </a:endParaRPr>
            </a:p>
          </p:txBody>
        </p:sp>
        <p:sp>
          <p:nvSpPr>
            <p:cNvPr id="17" name="Text 12"/>
            <p:cNvSpPr/>
            <p:nvPr/>
          </p:nvSpPr>
          <p:spPr>
            <a:xfrm>
              <a:off x="8366760" y="2606040"/>
              <a:ext cx="3063240" cy="3383280"/>
            </a:xfrm>
            <a:prstGeom prst="rect">
              <a:avLst/>
            </a:prstGeom>
            <a:noFill/>
            <a:ln/>
          </p:spPr>
          <p:txBody>
            <a:bodyPr wrap="square" rtlCol="0" anchor="t"/>
            <a:lstStyle/>
            <a:p>
              <a:pPr marL="342900" indent="-342900" algn="just">
                <a:spcAft>
                  <a:spcPts val="1300"/>
                </a:spcAft>
                <a:buSzPct val="100000"/>
                <a:buChar char="•"/>
              </a:pPr>
              <a:r>
                <a:rPr lang="en-US" dirty="0">
                  <a:solidFill>
                    <a:schemeClr val="bg1"/>
                  </a:solidFill>
                  <a:latin typeface="Arial" pitchFamily="34" charset="0"/>
                  <a:ea typeface="Arial" pitchFamily="34" charset="-122"/>
                  <a:cs typeface="Arial" pitchFamily="34" charset="-120"/>
                </a:rPr>
                <a:t>Dữ liệu lịch sử chưa bao phủ toàn bộ tỉnh thành</a:t>
              </a:r>
              <a:endParaRPr lang="en-US" dirty="0">
                <a:solidFill>
                  <a:schemeClr val="bg1"/>
                </a:solidFill>
              </a:endParaRPr>
            </a:p>
            <a:p>
              <a:pPr marL="342900" indent="-342900" algn="just">
                <a:spcAft>
                  <a:spcPts val="1300"/>
                </a:spcAft>
                <a:buSzPct val="100000"/>
                <a:buChar char="•"/>
              </a:pPr>
              <a:r>
                <a:rPr lang="en-US" dirty="0">
                  <a:solidFill>
                    <a:schemeClr val="bg1"/>
                  </a:solidFill>
                  <a:latin typeface="Arial" pitchFamily="34" charset="0"/>
                  <a:ea typeface="Arial" pitchFamily="34" charset="-122"/>
                  <a:cs typeface="Arial" pitchFamily="34" charset="-120"/>
                </a:rPr>
                <a:t>Cần Internet để tải </a:t>
              </a:r>
              <a:r>
                <a:rPr lang="en-US">
                  <a:solidFill>
                    <a:schemeClr val="bg1"/>
                  </a:solidFill>
                  <a:latin typeface="Arial" pitchFamily="34" charset="0"/>
                  <a:ea typeface="Arial" pitchFamily="34" charset="-122"/>
                  <a:cs typeface="Arial" pitchFamily="34" charset="-120"/>
                </a:rPr>
                <a:t>thư viện bản đồ </a:t>
              </a:r>
              <a:r>
                <a:rPr lang="en-US" dirty="0">
                  <a:solidFill>
                    <a:schemeClr val="bg1"/>
                  </a:solidFill>
                  <a:latin typeface="Arial" pitchFamily="34" charset="0"/>
                  <a:ea typeface="Arial" pitchFamily="34" charset="-122"/>
                  <a:cs typeface="Arial" pitchFamily="34" charset="-120"/>
                </a:rPr>
                <a:t>Leaflet.js</a:t>
              </a:r>
              <a:endParaRPr lang="en-US" dirty="0">
                <a:solidFill>
                  <a:schemeClr val="bg1"/>
                </a:solidFill>
              </a:endParaRPr>
            </a:p>
            <a:p>
              <a:pPr marL="342900" indent="-342900" algn="just">
                <a:buSzPct val="100000"/>
                <a:buChar char="•"/>
              </a:pPr>
              <a:r>
                <a:rPr lang="en-US" dirty="0">
                  <a:solidFill>
                    <a:schemeClr val="bg1"/>
                  </a:solidFill>
                  <a:latin typeface="Arial" pitchFamily="34" charset="0"/>
                  <a:ea typeface="Arial" pitchFamily="34" charset="-122"/>
                  <a:cs typeface="Arial" pitchFamily="34" charset="-120"/>
                </a:rPr>
                <a:t>Chưa hỗ trợ hoàn toàn offline</a:t>
              </a:r>
              <a:endParaRPr lang="en-US" dirty="0">
                <a:solidFill>
                  <a:schemeClr val="bg1"/>
                </a:solidFill>
              </a:endParaRPr>
            </a:p>
          </p:txBody>
        </p:sp>
      </p:grpSp>
      <p:cxnSp>
        <p:nvCxnSpPr>
          <p:cNvPr id="18" name="Straight Connector 17">
            <a:extLst>
              <a:ext uri="{FF2B5EF4-FFF2-40B4-BE49-F238E27FC236}">
                <a16:creationId xmlns:a16="http://schemas.microsoft.com/office/drawing/2014/main" id="{8AA44763-7E4B-8FD7-DF84-391326269182}"/>
              </a:ext>
            </a:extLst>
          </p:cNvPr>
          <p:cNvCxnSpPr/>
          <p:nvPr/>
        </p:nvCxnSpPr>
        <p:spPr>
          <a:xfrm>
            <a:off x="685800" y="981075"/>
            <a:ext cx="10826115" cy="0"/>
          </a:xfrm>
          <a:prstGeom prst="line">
            <a:avLst/>
          </a:prstGeom>
          <a:ln w="19050">
            <a:solidFill>
              <a:srgbClr val="8B121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8B1212"/>
        </a:solidFill>
        <a:effectLst/>
      </p:bgPr>
    </p:bg>
    <p:spTree>
      <p:nvGrpSpPr>
        <p:cNvPr id="1" name=""/>
        <p:cNvGrpSpPr/>
        <p:nvPr/>
      </p:nvGrpSpPr>
      <p:grpSpPr>
        <a:xfrm>
          <a:off x="0" y="0"/>
          <a:ext cx="0" cy="0"/>
          <a:chOff x="0" y="0"/>
          <a:chExt cx="0" cy="0"/>
        </a:xfrm>
      </p:grpSpPr>
      <p:sp>
        <p:nvSpPr>
          <p:cNvPr id="4" name="Text 1"/>
          <p:cNvSpPr/>
          <p:nvPr/>
        </p:nvSpPr>
        <p:spPr>
          <a:xfrm>
            <a:off x="914400" y="2252980"/>
            <a:ext cx="10332720" cy="109728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Học lịch sử không còn là ghi nhớ — mà là trải nghiệm</a:t>
            </a:r>
            <a:endParaRPr lang="en-US" sz="3000" dirty="0"/>
          </a:p>
        </p:txBody>
      </p:sp>
      <p:sp>
        <p:nvSpPr>
          <p:cNvPr id="5" name="Text 2"/>
          <p:cNvSpPr/>
          <p:nvPr/>
        </p:nvSpPr>
        <p:spPr>
          <a:xfrm>
            <a:off x="1386687" y="2938780"/>
            <a:ext cx="9418320" cy="731520"/>
          </a:xfrm>
          <a:prstGeom prst="rect">
            <a:avLst/>
          </a:prstGeom>
          <a:noFill/>
          <a:ln/>
        </p:spPr>
        <p:txBody>
          <a:bodyPr wrap="square" rtlCol="0" anchor="ctr"/>
          <a:lstStyle/>
          <a:p>
            <a:pPr marL="0" indent="0" algn="ctr">
              <a:buNone/>
            </a:pPr>
            <a:r>
              <a:rPr lang="en-US" sz="1600" i="1" dirty="0">
                <a:solidFill>
                  <a:srgbClr val="F0D8D8"/>
                </a:solidFill>
                <a:latin typeface="Arial" pitchFamily="34" charset="0"/>
                <a:ea typeface="Arial" pitchFamily="34" charset="-122"/>
                <a:cs typeface="Arial" pitchFamily="34" charset="-120"/>
              </a:rPr>
              <a:t>Kết hợp Địa lý · Lịch sử · Công nghệ giáo dục để mỗi học sinh thêm hiểu và yêu đất nước</a:t>
            </a:r>
            <a:endParaRPr lang="en-US" sz="1600" dirty="0"/>
          </a:p>
        </p:txBody>
      </p:sp>
      <p:grpSp>
        <p:nvGrpSpPr>
          <p:cNvPr id="13" name="Group 12">
            <a:extLst>
              <a:ext uri="{FF2B5EF4-FFF2-40B4-BE49-F238E27FC236}">
                <a16:creationId xmlns:a16="http://schemas.microsoft.com/office/drawing/2014/main" id="{9BCBB431-91FC-0E52-CFE1-0883398B9F3C}"/>
              </a:ext>
            </a:extLst>
          </p:cNvPr>
          <p:cNvGrpSpPr/>
          <p:nvPr/>
        </p:nvGrpSpPr>
        <p:grpSpPr>
          <a:xfrm>
            <a:off x="3124047" y="4457700"/>
            <a:ext cx="5943600" cy="594360"/>
            <a:chOff x="3108960" y="4160520"/>
            <a:chExt cx="5943600" cy="594360"/>
          </a:xfrm>
        </p:grpSpPr>
        <p:sp>
          <p:nvSpPr>
            <p:cNvPr id="6" name="Shape 3"/>
            <p:cNvSpPr/>
            <p:nvPr/>
          </p:nvSpPr>
          <p:spPr>
            <a:xfrm>
              <a:off x="3108960" y="4160520"/>
              <a:ext cx="5943600" cy="594360"/>
            </a:xfrm>
            <a:prstGeom prst="roundRect">
              <a:avLst>
                <a:gd name="adj" fmla="val 18462"/>
              </a:avLst>
            </a:prstGeom>
            <a:solidFill>
              <a:srgbClr val="F0C040"/>
            </a:solidFill>
            <a:ln/>
          </p:spPr>
        </p:sp>
        <p:sp>
          <p:nvSpPr>
            <p:cNvPr id="7" name="Text 4"/>
            <p:cNvSpPr/>
            <p:nvPr/>
          </p:nvSpPr>
          <p:spPr>
            <a:xfrm>
              <a:off x="3108960" y="4160520"/>
              <a:ext cx="5943600" cy="594360"/>
            </a:xfrm>
            <a:prstGeom prst="rect">
              <a:avLst/>
            </a:prstGeom>
            <a:noFill/>
            <a:ln/>
          </p:spPr>
          <p:txBody>
            <a:bodyPr wrap="square" lIns="0" tIns="0" rIns="0" bIns="0" rtlCol="0" anchor="ctr"/>
            <a:lstStyle/>
            <a:p>
              <a:pPr marL="0" indent="0" algn="ctr">
                <a:buNone/>
              </a:pPr>
              <a:r>
                <a:rPr lang="en-US" sz="1600" b="1" dirty="0">
                  <a:solidFill>
                    <a:srgbClr val="5E0A0A"/>
                  </a:solidFill>
                  <a:latin typeface="Arial" pitchFamily="34" charset="0"/>
                  <a:ea typeface="Arial" pitchFamily="34" charset="-122"/>
                  <a:cs typeface="Arial" pitchFamily="34" charset="-120"/>
                </a:rPr>
                <a:t>longnb612014.github.io/digitalhistorymap</a:t>
              </a:r>
              <a:endParaRPr lang="en-US" sz="1600" dirty="0"/>
            </a:p>
          </p:txBody>
        </p:sp>
      </p:grpSp>
      <p:sp>
        <p:nvSpPr>
          <p:cNvPr id="8" name="Text 5"/>
          <p:cNvSpPr/>
          <p:nvPr/>
        </p:nvSpPr>
        <p:spPr>
          <a:xfrm>
            <a:off x="0" y="5120640"/>
            <a:ext cx="12191695" cy="457200"/>
          </a:xfrm>
          <a:prstGeom prst="rect">
            <a:avLst/>
          </a:prstGeom>
          <a:noFill/>
          <a:ln/>
        </p:spPr>
        <p:txBody>
          <a:bodyPr wrap="square" rtlCol="0" anchor="ctr"/>
          <a:lstStyle/>
          <a:p>
            <a:pPr marL="0" indent="0" algn="ctr">
              <a:buNone/>
            </a:pPr>
            <a:r>
              <a:rPr lang="en-US" sz="2000" b="1" dirty="0">
                <a:solidFill>
                  <a:srgbClr val="F0C040"/>
                </a:solidFill>
                <a:latin typeface="Cambria" pitchFamily="34" charset="0"/>
                <a:ea typeface="Cambria" pitchFamily="34" charset="-122"/>
                <a:cs typeface="Cambria" pitchFamily="34" charset="-120"/>
              </a:rPr>
              <a:t>Cảm ơn Ban giám khảo đã lắng nghe!</a:t>
            </a:r>
            <a:endParaRPr lang="en-US" sz="2000" dirty="0"/>
          </a:p>
        </p:txBody>
      </p:sp>
      <p:pic>
        <p:nvPicPr>
          <p:cNvPr id="14" name="Picture 13" descr="Văn phòng phẩm Biwase">
            <a:extLst>
              <a:ext uri="{FF2B5EF4-FFF2-40B4-BE49-F238E27FC236}">
                <a16:creationId xmlns:a16="http://schemas.microsoft.com/office/drawing/2014/main" id="{BA67944B-4964-1CF5-E479-87F573E9DD4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4872037" y="795655"/>
            <a:ext cx="2143125" cy="2143125"/>
          </a:xfrm>
          <a:prstGeom prst="rect">
            <a:avLst/>
          </a:prstGeom>
        </p:spPr>
      </p:pic>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TotalTime>
  <Words>2015</Words>
  <Application>Microsoft Office PowerPoint</Application>
  <PresentationFormat>Widescreen</PresentationFormat>
  <Paragraphs>244</Paragraphs>
  <Slides>18</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đồ số Lịch sử Việt Nam – Hành trình nghìn năm</dc:title>
  <dc:subject>PptxGenJS Presentation</dc:subject>
  <dc:creator>Nguyễn Bảo Long &amp; Vũ Minh Đạt</dc:creator>
  <cp:lastModifiedBy>Anh Nguyễn</cp:lastModifiedBy>
  <cp:revision>16</cp:revision>
  <dcterms:created xsi:type="dcterms:W3CDTF">2026-06-23T04:31:28Z</dcterms:created>
  <dcterms:modified xsi:type="dcterms:W3CDTF">2026-06-24T15:38:38Z</dcterms:modified>
</cp:coreProperties>
</file>